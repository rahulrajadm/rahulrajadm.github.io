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2" r:id="rId1"/>
    <p:sldMasterId id="2147483664" r:id="rId2"/>
    <p:sldMasterId id="2147483695" r:id="rId3"/>
  </p:sldMasterIdLst>
  <p:notesMasterIdLst>
    <p:notesMasterId r:id="rId10"/>
  </p:notesMasterIdLst>
  <p:sldIdLst>
    <p:sldId id="280" r:id="rId4"/>
    <p:sldId id="281" r:id="rId5"/>
    <p:sldId id="282" r:id="rId6"/>
    <p:sldId id="283" r:id="rId7"/>
    <p:sldId id="284" r:id="rId8"/>
    <p:sldId id="285" r:id="rId9"/>
  </p:sldIdLst>
  <p:sldSz cx="51206400" cy="38404800"/>
  <p:notesSz cx="6858000" cy="9144000"/>
  <p:defaultTextStyle>
    <a:defPPr>
      <a:defRPr lang="en-US"/>
    </a:defPPr>
    <a:lvl1pPr marL="0" algn="l" defTabSz="4301338" rtl="0" eaLnBrk="1" latinLnBrk="0" hangingPunct="1">
      <a:defRPr sz="8467" kern="1200">
        <a:solidFill>
          <a:schemeClr val="tx1"/>
        </a:solidFill>
        <a:latin typeface="+mn-lt"/>
        <a:ea typeface="+mn-ea"/>
        <a:cs typeface="+mn-cs"/>
      </a:defRPr>
    </a:lvl1pPr>
    <a:lvl2pPr marL="2150669" algn="l" defTabSz="4301338" rtl="0" eaLnBrk="1" latinLnBrk="0" hangingPunct="1">
      <a:defRPr sz="8467" kern="1200">
        <a:solidFill>
          <a:schemeClr val="tx1"/>
        </a:solidFill>
        <a:latin typeface="+mn-lt"/>
        <a:ea typeface="+mn-ea"/>
        <a:cs typeface="+mn-cs"/>
      </a:defRPr>
    </a:lvl2pPr>
    <a:lvl3pPr marL="4301338" algn="l" defTabSz="4301338" rtl="0" eaLnBrk="1" latinLnBrk="0" hangingPunct="1">
      <a:defRPr sz="8467" kern="1200">
        <a:solidFill>
          <a:schemeClr val="tx1"/>
        </a:solidFill>
        <a:latin typeface="+mn-lt"/>
        <a:ea typeface="+mn-ea"/>
        <a:cs typeface="+mn-cs"/>
      </a:defRPr>
    </a:lvl3pPr>
    <a:lvl4pPr marL="6452006" algn="l" defTabSz="4301338" rtl="0" eaLnBrk="1" latinLnBrk="0" hangingPunct="1">
      <a:defRPr sz="8467" kern="1200">
        <a:solidFill>
          <a:schemeClr val="tx1"/>
        </a:solidFill>
        <a:latin typeface="+mn-lt"/>
        <a:ea typeface="+mn-ea"/>
        <a:cs typeface="+mn-cs"/>
      </a:defRPr>
    </a:lvl4pPr>
    <a:lvl5pPr marL="8602675" algn="l" defTabSz="4301338" rtl="0" eaLnBrk="1" latinLnBrk="0" hangingPunct="1">
      <a:defRPr sz="8467" kern="1200">
        <a:solidFill>
          <a:schemeClr val="tx1"/>
        </a:solidFill>
        <a:latin typeface="+mn-lt"/>
        <a:ea typeface="+mn-ea"/>
        <a:cs typeface="+mn-cs"/>
      </a:defRPr>
    </a:lvl5pPr>
    <a:lvl6pPr marL="10753344" algn="l" defTabSz="4301338" rtl="0" eaLnBrk="1" latinLnBrk="0" hangingPunct="1">
      <a:defRPr sz="8467" kern="1200">
        <a:solidFill>
          <a:schemeClr val="tx1"/>
        </a:solidFill>
        <a:latin typeface="+mn-lt"/>
        <a:ea typeface="+mn-ea"/>
        <a:cs typeface="+mn-cs"/>
      </a:defRPr>
    </a:lvl6pPr>
    <a:lvl7pPr marL="12904013" algn="l" defTabSz="4301338" rtl="0" eaLnBrk="1" latinLnBrk="0" hangingPunct="1">
      <a:defRPr sz="8467" kern="1200">
        <a:solidFill>
          <a:schemeClr val="tx1"/>
        </a:solidFill>
        <a:latin typeface="+mn-lt"/>
        <a:ea typeface="+mn-ea"/>
        <a:cs typeface="+mn-cs"/>
      </a:defRPr>
    </a:lvl7pPr>
    <a:lvl8pPr marL="15054682" algn="l" defTabSz="4301338" rtl="0" eaLnBrk="1" latinLnBrk="0" hangingPunct="1">
      <a:defRPr sz="8467" kern="1200">
        <a:solidFill>
          <a:schemeClr val="tx1"/>
        </a:solidFill>
        <a:latin typeface="+mn-lt"/>
        <a:ea typeface="+mn-ea"/>
        <a:cs typeface="+mn-cs"/>
      </a:defRPr>
    </a:lvl8pPr>
    <a:lvl9pPr marL="17205350" algn="l" defTabSz="4301338" rtl="0" eaLnBrk="1" latinLnBrk="0" hangingPunct="1">
      <a:defRPr sz="8467"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05110"/>
    <a:srgbClr val="BF5711"/>
    <a:srgbClr val="737373"/>
    <a:srgbClr val="008600"/>
    <a:srgbClr val="CD2D2D"/>
    <a:srgbClr val="E17575"/>
    <a:srgbClr val="DF6F6F"/>
    <a:srgbClr val="009200"/>
    <a:srgbClr val="007F00"/>
    <a:srgbClr val="2F2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920"/>
    <p:restoredTop sz="68049"/>
  </p:normalViewPr>
  <p:slideViewPr>
    <p:cSldViewPr snapToGrid="0" snapToObjects="1" showGuides="1">
      <p:cViewPr varScale="1">
        <p:scale>
          <a:sx n="13" d="100"/>
          <a:sy n="13" d="100"/>
        </p:scale>
        <p:origin x="2632" y="25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80" d="100"/>
        <a:sy n="8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theme" Target="theme/theme1.xml"/><Relationship Id="rId3" Type="http://schemas.openxmlformats.org/officeDocument/2006/relationships/slideMaster" Target="slideMasters/slideMaster3.xml"/><Relationship Id="rId7" Type="http://schemas.openxmlformats.org/officeDocument/2006/relationships/slide" Target="slides/slide4.xml"/><Relationship Id="rId12" Type="http://schemas.openxmlformats.org/officeDocument/2006/relationships/viewProps" Target="view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presProps" Target="presProps.xml"/><Relationship Id="rId5" Type="http://schemas.openxmlformats.org/officeDocument/2006/relationships/slide" Target="slides/slide2.xml"/><Relationship Id="rId10"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01E5CB-27EB-3E4F-A642-A7D831C5BCA5}" type="datetimeFigureOut">
              <a:rPr lang="en-US" smtClean="0"/>
              <a:t>4/6/25</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2FB9A7-7F86-9847-81FF-596A8D9CE0E0}" type="slidenum">
              <a:rPr lang="en-US" smtClean="0"/>
              <a:t>‹#›</a:t>
            </a:fld>
            <a:endParaRPr lang="en-US"/>
          </a:p>
        </p:txBody>
      </p:sp>
    </p:spTree>
    <p:extLst>
      <p:ext uri="{BB962C8B-B14F-4D97-AF65-F5344CB8AC3E}">
        <p14:creationId xmlns:p14="http://schemas.microsoft.com/office/powerpoint/2010/main" val="4662644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9600" b="1" dirty="0">
              <a:solidFill>
                <a:schemeClr val="accent1">
                  <a:lumMod val="50000"/>
                </a:schemeClr>
              </a:solidFill>
              <a:latin typeface="Tahoma" panose="020B0604030504040204" pitchFamily="34" charset="0"/>
              <a:ea typeface="Tahoma" panose="020B0604030504040204" pitchFamily="34" charset="0"/>
              <a:cs typeface="Tahoma" panose="020B0604030504040204" pitchFamily="34" charset="0"/>
            </a:endParaRPr>
          </a:p>
        </p:txBody>
      </p:sp>
      <p:sp>
        <p:nvSpPr>
          <p:cNvPr id="4" name="Slide Number Placeholder 3"/>
          <p:cNvSpPr>
            <a:spLocks noGrp="1"/>
          </p:cNvSpPr>
          <p:nvPr>
            <p:ph type="sldNum" sz="quarter" idx="5"/>
          </p:nvPr>
        </p:nvSpPr>
        <p:spPr/>
        <p:txBody>
          <a:bodyPr/>
          <a:lstStyle/>
          <a:p>
            <a:fld id="{FE2FB9A7-7F86-9847-81FF-596A8D9CE0E0}" type="slidenum">
              <a:rPr lang="en-US" smtClean="0"/>
              <a:t>1</a:t>
            </a:fld>
            <a:endParaRPr lang="en-US"/>
          </a:p>
        </p:txBody>
      </p:sp>
    </p:spTree>
    <p:extLst>
      <p:ext uri="{BB962C8B-B14F-4D97-AF65-F5344CB8AC3E}">
        <p14:creationId xmlns:p14="http://schemas.microsoft.com/office/powerpoint/2010/main" val="6630713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2FB9A7-7F86-9847-81FF-596A8D9CE0E0}" type="slidenum">
              <a:rPr lang="en-US" smtClean="0"/>
              <a:t>2</a:t>
            </a:fld>
            <a:endParaRPr lang="en-US"/>
          </a:p>
        </p:txBody>
      </p:sp>
    </p:spTree>
    <p:extLst>
      <p:ext uri="{BB962C8B-B14F-4D97-AF65-F5344CB8AC3E}">
        <p14:creationId xmlns:p14="http://schemas.microsoft.com/office/powerpoint/2010/main" val="146861143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2FB9A7-7F86-9847-81FF-596A8D9CE0E0}" type="slidenum">
              <a:rPr lang="en-US" smtClean="0"/>
              <a:t>3</a:t>
            </a:fld>
            <a:endParaRPr lang="en-US"/>
          </a:p>
        </p:txBody>
      </p:sp>
    </p:spTree>
    <p:extLst>
      <p:ext uri="{BB962C8B-B14F-4D97-AF65-F5344CB8AC3E}">
        <p14:creationId xmlns:p14="http://schemas.microsoft.com/office/powerpoint/2010/main" val="20053595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2FB9A7-7F86-9847-81FF-596A8D9CE0E0}" type="slidenum">
              <a:rPr lang="en-US" smtClean="0"/>
              <a:t>4</a:t>
            </a:fld>
            <a:endParaRPr lang="en-US"/>
          </a:p>
        </p:txBody>
      </p:sp>
    </p:spTree>
    <p:extLst>
      <p:ext uri="{BB962C8B-B14F-4D97-AF65-F5344CB8AC3E}">
        <p14:creationId xmlns:p14="http://schemas.microsoft.com/office/powerpoint/2010/main" val="42344121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2FB9A7-7F86-9847-81FF-596A8D9CE0E0}" type="slidenum">
              <a:rPr lang="en-US" smtClean="0"/>
              <a:t>5</a:t>
            </a:fld>
            <a:endParaRPr lang="en-US"/>
          </a:p>
        </p:txBody>
      </p:sp>
    </p:spTree>
    <p:extLst>
      <p:ext uri="{BB962C8B-B14F-4D97-AF65-F5344CB8AC3E}">
        <p14:creationId xmlns:p14="http://schemas.microsoft.com/office/powerpoint/2010/main" val="279910503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E2FB9A7-7F86-9847-81FF-596A8D9CE0E0}" type="slidenum">
              <a:rPr lang="en-US" smtClean="0"/>
              <a:t>6</a:t>
            </a:fld>
            <a:endParaRPr lang="en-US"/>
          </a:p>
        </p:txBody>
      </p:sp>
    </p:spTree>
    <p:extLst>
      <p:ext uri="{BB962C8B-B14F-4D97-AF65-F5344CB8AC3E}">
        <p14:creationId xmlns:p14="http://schemas.microsoft.com/office/powerpoint/2010/main" val="36710606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82518412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39151130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7 COLUMN - 1">
    <p:spTree>
      <p:nvGrpSpPr>
        <p:cNvPr id="1" name=""/>
        <p:cNvGrpSpPr/>
        <p:nvPr/>
      </p:nvGrpSpPr>
      <p:grpSpPr>
        <a:xfrm>
          <a:off x="0" y="0"/>
          <a:ext cx="0" cy="0"/>
          <a:chOff x="0" y="0"/>
          <a:chExt cx="0" cy="0"/>
        </a:xfrm>
      </p:grpSpPr>
    </p:spTree>
    <p:extLst>
      <p:ext uri="{BB962C8B-B14F-4D97-AF65-F5344CB8AC3E}">
        <p14:creationId xmlns:p14="http://schemas.microsoft.com/office/powerpoint/2010/main" val="388077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5592470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3840480" y="6285233"/>
            <a:ext cx="43525440" cy="13370560"/>
          </a:xfrm>
        </p:spPr>
        <p:txBody>
          <a:bodyPr anchor="b"/>
          <a:lstStyle>
            <a:lvl1pPr algn="ctr">
              <a:defRPr sz="33600"/>
            </a:lvl1pPr>
          </a:lstStyle>
          <a:p>
            <a:r>
              <a:rPr lang="en-US"/>
              <a:t>Click to edit Master title style</a:t>
            </a:r>
            <a:endParaRPr lang="en-US" dirty="0"/>
          </a:p>
        </p:txBody>
      </p:sp>
      <p:sp>
        <p:nvSpPr>
          <p:cNvPr id="3" name="Subtitle 2"/>
          <p:cNvSpPr>
            <a:spLocks noGrp="1"/>
          </p:cNvSpPr>
          <p:nvPr>
            <p:ph type="subTitle" idx="1"/>
          </p:nvPr>
        </p:nvSpPr>
        <p:spPr>
          <a:xfrm>
            <a:off x="6400800" y="20171413"/>
            <a:ext cx="38404800" cy="9272267"/>
          </a:xfrm>
        </p:spPr>
        <p:txBody>
          <a:bodyPr/>
          <a:lstStyle>
            <a:lvl1pPr marL="0" indent="0" algn="ctr">
              <a:buNone/>
              <a:defRPr sz="13440"/>
            </a:lvl1pPr>
            <a:lvl2pPr marL="2560320" indent="0" algn="ctr">
              <a:buNone/>
              <a:defRPr sz="11200"/>
            </a:lvl2pPr>
            <a:lvl3pPr marL="5120640" indent="0" algn="ctr">
              <a:buNone/>
              <a:defRPr sz="10080"/>
            </a:lvl3pPr>
            <a:lvl4pPr marL="7680960" indent="0" algn="ctr">
              <a:buNone/>
              <a:defRPr sz="8960"/>
            </a:lvl4pPr>
            <a:lvl5pPr marL="10241280" indent="0" algn="ctr">
              <a:buNone/>
              <a:defRPr sz="8960"/>
            </a:lvl5pPr>
            <a:lvl6pPr marL="12801600" indent="0" algn="ctr">
              <a:buNone/>
              <a:defRPr sz="8960"/>
            </a:lvl6pPr>
            <a:lvl7pPr marL="15361920" indent="0" algn="ctr">
              <a:buNone/>
              <a:defRPr sz="8960"/>
            </a:lvl7pPr>
            <a:lvl8pPr marL="17922240" indent="0" algn="ctr">
              <a:buNone/>
              <a:defRPr sz="8960"/>
            </a:lvl8pPr>
            <a:lvl9pPr marL="20482560" indent="0" algn="ctr">
              <a:buNone/>
              <a:defRPr sz="896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7B67243-FD58-7448-AE57-4C9880B38908}" type="datetimeFigureOut">
              <a:rPr lang="en-US" smtClean="0"/>
              <a:t>4/6/25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62DA05-FB6B-6F4C-9F3C-C0BB2ACE1BD5}" type="slidenum">
              <a:rPr lang="en-US" smtClean="0"/>
              <a:t>‹#›</a:t>
            </a:fld>
            <a:endParaRPr lang="en-US"/>
          </a:p>
        </p:txBody>
      </p:sp>
    </p:spTree>
    <p:extLst>
      <p:ext uri="{BB962C8B-B14F-4D97-AF65-F5344CB8AC3E}">
        <p14:creationId xmlns:p14="http://schemas.microsoft.com/office/powerpoint/2010/main" val="14536042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B67243-FD58-7448-AE57-4C9880B38908}" type="datetimeFigureOut">
              <a:rPr lang="en-US" smtClean="0"/>
              <a:t>4/6/25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62DA05-FB6B-6F4C-9F3C-C0BB2ACE1BD5}" type="slidenum">
              <a:rPr lang="en-US" smtClean="0"/>
              <a:t>‹#›</a:t>
            </a:fld>
            <a:endParaRPr lang="en-US"/>
          </a:p>
        </p:txBody>
      </p:sp>
    </p:spTree>
    <p:extLst>
      <p:ext uri="{BB962C8B-B14F-4D97-AF65-F5344CB8AC3E}">
        <p14:creationId xmlns:p14="http://schemas.microsoft.com/office/powerpoint/2010/main" val="21066157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493773" y="9574541"/>
            <a:ext cx="44165520" cy="15975327"/>
          </a:xfrm>
        </p:spPr>
        <p:txBody>
          <a:bodyPr anchor="b"/>
          <a:lstStyle>
            <a:lvl1pPr>
              <a:defRPr sz="33600"/>
            </a:lvl1pPr>
          </a:lstStyle>
          <a:p>
            <a:r>
              <a:rPr lang="en-US"/>
              <a:t>Click to edit Master title style</a:t>
            </a:r>
            <a:endParaRPr lang="en-US" dirty="0"/>
          </a:p>
        </p:txBody>
      </p:sp>
      <p:sp>
        <p:nvSpPr>
          <p:cNvPr id="3" name="Text Placeholder 2"/>
          <p:cNvSpPr>
            <a:spLocks noGrp="1"/>
          </p:cNvSpPr>
          <p:nvPr>
            <p:ph type="body" idx="1"/>
          </p:nvPr>
        </p:nvSpPr>
        <p:spPr>
          <a:xfrm>
            <a:off x="3493773" y="25701001"/>
            <a:ext cx="44165520" cy="8401047"/>
          </a:xfrm>
        </p:spPr>
        <p:txBody>
          <a:bodyPr/>
          <a:lstStyle>
            <a:lvl1pPr marL="0" indent="0">
              <a:buNone/>
              <a:defRPr sz="13440">
                <a:solidFill>
                  <a:schemeClr val="tx1"/>
                </a:solidFill>
              </a:defRPr>
            </a:lvl1pPr>
            <a:lvl2pPr marL="2560320" indent="0">
              <a:buNone/>
              <a:defRPr sz="11200">
                <a:solidFill>
                  <a:schemeClr val="tx1">
                    <a:tint val="75000"/>
                  </a:schemeClr>
                </a:solidFill>
              </a:defRPr>
            </a:lvl2pPr>
            <a:lvl3pPr marL="5120640" indent="0">
              <a:buNone/>
              <a:defRPr sz="10080">
                <a:solidFill>
                  <a:schemeClr val="tx1">
                    <a:tint val="75000"/>
                  </a:schemeClr>
                </a:solidFill>
              </a:defRPr>
            </a:lvl3pPr>
            <a:lvl4pPr marL="7680960" indent="0">
              <a:buNone/>
              <a:defRPr sz="8960">
                <a:solidFill>
                  <a:schemeClr val="tx1">
                    <a:tint val="75000"/>
                  </a:schemeClr>
                </a:solidFill>
              </a:defRPr>
            </a:lvl4pPr>
            <a:lvl5pPr marL="10241280" indent="0">
              <a:buNone/>
              <a:defRPr sz="8960">
                <a:solidFill>
                  <a:schemeClr val="tx1">
                    <a:tint val="75000"/>
                  </a:schemeClr>
                </a:solidFill>
              </a:defRPr>
            </a:lvl5pPr>
            <a:lvl6pPr marL="12801600" indent="0">
              <a:buNone/>
              <a:defRPr sz="8960">
                <a:solidFill>
                  <a:schemeClr val="tx1">
                    <a:tint val="75000"/>
                  </a:schemeClr>
                </a:solidFill>
              </a:defRPr>
            </a:lvl6pPr>
            <a:lvl7pPr marL="15361920" indent="0">
              <a:buNone/>
              <a:defRPr sz="8960">
                <a:solidFill>
                  <a:schemeClr val="tx1">
                    <a:tint val="75000"/>
                  </a:schemeClr>
                </a:solidFill>
              </a:defRPr>
            </a:lvl7pPr>
            <a:lvl8pPr marL="17922240" indent="0">
              <a:buNone/>
              <a:defRPr sz="8960">
                <a:solidFill>
                  <a:schemeClr val="tx1">
                    <a:tint val="75000"/>
                  </a:schemeClr>
                </a:solidFill>
              </a:defRPr>
            </a:lvl8pPr>
            <a:lvl9pPr marL="20482560" indent="0">
              <a:buNone/>
              <a:defRPr sz="896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7B67243-FD58-7448-AE57-4C9880B38908}" type="datetimeFigureOut">
              <a:rPr lang="en-US" smtClean="0"/>
              <a:t>4/6/25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62DA05-FB6B-6F4C-9F3C-C0BB2ACE1BD5}" type="slidenum">
              <a:rPr lang="en-US" smtClean="0"/>
              <a:t>‹#›</a:t>
            </a:fld>
            <a:endParaRPr lang="en-US"/>
          </a:p>
        </p:txBody>
      </p:sp>
    </p:spTree>
    <p:extLst>
      <p:ext uri="{BB962C8B-B14F-4D97-AF65-F5344CB8AC3E}">
        <p14:creationId xmlns:p14="http://schemas.microsoft.com/office/powerpoint/2010/main" val="12979055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520440" y="10223500"/>
            <a:ext cx="21762720" cy="24367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25923240" y="10223500"/>
            <a:ext cx="21762720" cy="243674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7B67243-FD58-7448-AE57-4C9880B38908}" type="datetimeFigureOut">
              <a:rPr lang="en-US" smtClean="0"/>
              <a:t>4/6/25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62DA05-FB6B-6F4C-9F3C-C0BB2ACE1BD5}" type="slidenum">
              <a:rPr lang="en-US" smtClean="0"/>
              <a:t>‹#›</a:t>
            </a:fld>
            <a:endParaRPr lang="en-US"/>
          </a:p>
        </p:txBody>
      </p:sp>
    </p:spTree>
    <p:extLst>
      <p:ext uri="{BB962C8B-B14F-4D97-AF65-F5344CB8AC3E}">
        <p14:creationId xmlns:p14="http://schemas.microsoft.com/office/powerpoint/2010/main" val="12645912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527110" y="2044708"/>
            <a:ext cx="44165520" cy="7423153"/>
          </a:xfrm>
        </p:spPr>
        <p:txBody>
          <a:bodyPr/>
          <a:lstStyle/>
          <a:p>
            <a:r>
              <a:rPr lang="en-US"/>
              <a:t>Click to edit Master title style</a:t>
            </a:r>
            <a:endParaRPr lang="en-US" dirty="0"/>
          </a:p>
        </p:txBody>
      </p:sp>
      <p:sp>
        <p:nvSpPr>
          <p:cNvPr id="3" name="Text Placeholder 2"/>
          <p:cNvSpPr>
            <a:spLocks noGrp="1"/>
          </p:cNvSpPr>
          <p:nvPr>
            <p:ph type="body" idx="1"/>
          </p:nvPr>
        </p:nvSpPr>
        <p:spPr>
          <a:xfrm>
            <a:off x="3527115" y="9414513"/>
            <a:ext cx="21662704" cy="4613907"/>
          </a:xfrm>
        </p:spPr>
        <p:txBody>
          <a:bodyPr anchor="b"/>
          <a:lstStyle>
            <a:lvl1pPr marL="0" indent="0">
              <a:buNone/>
              <a:defRPr sz="13440" b="1"/>
            </a:lvl1pPr>
            <a:lvl2pPr marL="2560320" indent="0">
              <a:buNone/>
              <a:defRPr sz="11200" b="1"/>
            </a:lvl2pPr>
            <a:lvl3pPr marL="5120640" indent="0">
              <a:buNone/>
              <a:defRPr sz="10080" b="1"/>
            </a:lvl3pPr>
            <a:lvl4pPr marL="7680960" indent="0">
              <a:buNone/>
              <a:defRPr sz="8960" b="1"/>
            </a:lvl4pPr>
            <a:lvl5pPr marL="10241280" indent="0">
              <a:buNone/>
              <a:defRPr sz="8960" b="1"/>
            </a:lvl5pPr>
            <a:lvl6pPr marL="12801600" indent="0">
              <a:buNone/>
              <a:defRPr sz="8960" b="1"/>
            </a:lvl6pPr>
            <a:lvl7pPr marL="15361920" indent="0">
              <a:buNone/>
              <a:defRPr sz="8960" b="1"/>
            </a:lvl7pPr>
            <a:lvl8pPr marL="17922240" indent="0">
              <a:buNone/>
              <a:defRPr sz="8960" b="1"/>
            </a:lvl8pPr>
            <a:lvl9pPr marL="20482560" indent="0">
              <a:buNone/>
              <a:defRPr sz="8960" b="1"/>
            </a:lvl9pPr>
          </a:lstStyle>
          <a:p>
            <a:pPr lvl="0"/>
            <a:r>
              <a:rPr lang="en-US"/>
              <a:t>Click to edit Master text styles</a:t>
            </a:r>
          </a:p>
        </p:txBody>
      </p:sp>
      <p:sp>
        <p:nvSpPr>
          <p:cNvPr id="4" name="Content Placeholder 3"/>
          <p:cNvSpPr>
            <a:spLocks noGrp="1"/>
          </p:cNvSpPr>
          <p:nvPr>
            <p:ph sz="half" idx="2"/>
          </p:nvPr>
        </p:nvSpPr>
        <p:spPr>
          <a:xfrm>
            <a:off x="3527115" y="14028420"/>
            <a:ext cx="21662704" cy="20633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25923243" y="9414513"/>
            <a:ext cx="21769390" cy="4613907"/>
          </a:xfrm>
        </p:spPr>
        <p:txBody>
          <a:bodyPr anchor="b"/>
          <a:lstStyle>
            <a:lvl1pPr marL="0" indent="0">
              <a:buNone/>
              <a:defRPr sz="13440" b="1"/>
            </a:lvl1pPr>
            <a:lvl2pPr marL="2560320" indent="0">
              <a:buNone/>
              <a:defRPr sz="11200" b="1"/>
            </a:lvl2pPr>
            <a:lvl3pPr marL="5120640" indent="0">
              <a:buNone/>
              <a:defRPr sz="10080" b="1"/>
            </a:lvl3pPr>
            <a:lvl4pPr marL="7680960" indent="0">
              <a:buNone/>
              <a:defRPr sz="8960" b="1"/>
            </a:lvl4pPr>
            <a:lvl5pPr marL="10241280" indent="0">
              <a:buNone/>
              <a:defRPr sz="8960" b="1"/>
            </a:lvl5pPr>
            <a:lvl6pPr marL="12801600" indent="0">
              <a:buNone/>
              <a:defRPr sz="8960" b="1"/>
            </a:lvl6pPr>
            <a:lvl7pPr marL="15361920" indent="0">
              <a:buNone/>
              <a:defRPr sz="8960" b="1"/>
            </a:lvl7pPr>
            <a:lvl8pPr marL="17922240" indent="0">
              <a:buNone/>
              <a:defRPr sz="8960" b="1"/>
            </a:lvl8pPr>
            <a:lvl9pPr marL="20482560" indent="0">
              <a:buNone/>
              <a:defRPr sz="8960" b="1"/>
            </a:lvl9pPr>
          </a:lstStyle>
          <a:p>
            <a:pPr lvl="0"/>
            <a:r>
              <a:rPr lang="en-US"/>
              <a:t>Click to edit Master text styles</a:t>
            </a:r>
          </a:p>
        </p:txBody>
      </p:sp>
      <p:sp>
        <p:nvSpPr>
          <p:cNvPr id="6" name="Content Placeholder 5"/>
          <p:cNvSpPr>
            <a:spLocks noGrp="1"/>
          </p:cNvSpPr>
          <p:nvPr>
            <p:ph sz="quarter" idx="4"/>
          </p:nvPr>
        </p:nvSpPr>
        <p:spPr>
          <a:xfrm>
            <a:off x="25923243" y="14028420"/>
            <a:ext cx="21769390" cy="2063369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7B67243-FD58-7448-AE57-4C9880B38908}" type="datetimeFigureOut">
              <a:rPr lang="en-US" smtClean="0"/>
              <a:t>4/6/25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462DA05-FB6B-6F4C-9F3C-C0BB2ACE1BD5}" type="slidenum">
              <a:rPr lang="en-US" smtClean="0"/>
              <a:t>‹#›</a:t>
            </a:fld>
            <a:endParaRPr lang="en-US"/>
          </a:p>
        </p:txBody>
      </p:sp>
    </p:spTree>
    <p:extLst>
      <p:ext uri="{BB962C8B-B14F-4D97-AF65-F5344CB8AC3E}">
        <p14:creationId xmlns:p14="http://schemas.microsoft.com/office/powerpoint/2010/main" val="31098363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7B67243-FD58-7448-AE57-4C9880B38908}" type="datetimeFigureOut">
              <a:rPr lang="en-US" smtClean="0"/>
              <a:t>4/6/25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462DA05-FB6B-6F4C-9F3C-C0BB2ACE1BD5}" type="slidenum">
              <a:rPr lang="en-US" smtClean="0"/>
              <a:t>‹#›</a:t>
            </a:fld>
            <a:endParaRPr lang="en-US"/>
          </a:p>
        </p:txBody>
      </p:sp>
    </p:spTree>
    <p:extLst>
      <p:ext uri="{BB962C8B-B14F-4D97-AF65-F5344CB8AC3E}">
        <p14:creationId xmlns:p14="http://schemas.microsoft.com/office/powerpoint/2010/main" val="20790900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7B67243-FD58-7448-AE57-4C9880B38908}" type="datetimeFigureOut">
              <a:rPr lang="en-US" smtClean="0"/>
              <a:t>4/6/25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462DA05-FB6B-6F4C-9F3C-C0BB2ACE1BD5}" type="slidenum">
              <a:rPr lang="en-US" smtClean="0"/>
              <a:t>‹#›</a:t>
            </a:fld>
            <a:endParaRPr lang="en-US"/>
          </a:p>
        </p:txBody>
      </p:sp>
    </p:spTree>
    <p:extLst>
      <p:ext uri="{BB962C8B-B14F-4D97-AF65-F5344CB8AC3E}">
        <p14:creationId xmlns:p14="http://schemas.microsoft.com/office/powerpoint/2010/main" val="12247788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527110" y="2560320"/>
            <a:ext cx="16515397" cy="8961120"/>
          </a:xfrm>
        </p:spPr>
        <p:txBody>
          <a:bodyPr anchor="b"/>
          <a:lstStyle>
            <a:lvl1pPr>
              <a:defRPr sz="17920"/>
            </a:lvl1pPr>
          </a:lstStyle>
          <a:p>
            <a:r>
              <a:rPr lang="en-US"/>
              <a:t>Click to edit Master title style</a:t>
            </a:r>
            <a:endParaRPr lang="en-US" dirty="0"/>
          </a:p>
        </p:txBody>
      </p:sp>
      <p:sp>
        <p:nvSpPr>
          <p:cNvPr id="3" name="Content Placeholder 2"/>
          <p:cNvSpPr>
            <a:spLocks noGrp="1"/>
          </p:cNvSpPr>
          <p:nvPr>
            <p:ph idx="1"/>
          </p:nvPr>
        </p:nvSpPr>
        <p:spPr>
          <a:xfrm>
            <a:off x="21769390" y="5529588"/>
            <a:ext cx="25923240" cy="27292300"/>
          </a:xfrm>
        </p:spPr>
        <p:txBody>
          <a:bodyPr/>
          <a:lstStyle>
            <a:lvl1pPr>
              <a:defRPr sz="17920"/>
            </a:lvl1pPr>
            <a:lvl2pPr>
              <a:defRPr sz="15680"/>
            </a:lvl2pPr>
            <a:lvl3pPr>
              <a:defRPr sz="13440"/>
            </a:lvl3pPr>
            <a:lvl4pPr>
              <a:defRPr sz="11200"/>
            </a:lvl4pPr>
            <a:lvl5pPr>
              <a:defRPr sz="11200"/>
            </a:lvl5pPr>
            <a:lvl6pPr>
              <a:defRPr sz="11200"/>
            </a:lvl6pPr>
            <a:lvl7pPr>
              <a:defRPr sz="11200"/>
            </a:lvl7pPr>
            <a:lvl8pPr>
              <a:defRPr sz="11200"/>
            </a:lvl8pPr>
            <a:lvl9pPr>
              <a:defRPr sz="1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3527110" y="11521440"/>
            <a:ext cx="16515397" cy="21344893"/>
          </a:xfrm>
        </p:spPr>
        <p:txBody>
          <a:bodyPr/>
          <a:lstStyle>
            <a:lvl1pPr marL="0" indent="0">
              <a:buNone/>
              <a:defRPr sz="8960"/>
            </a:lvl1pPr>
            <a:lvl2pPr marL="2560320" indent="0">
              <a:buNone/>
              <a:defRPr sz="7840"/>
            </a:lvl2pPr>
            <a:lvl3pPr marL="5120640" indent="0">
              <a:buNone/>
              <a:defRPr sz="6720"/>
            </a:lvl3pPr>
            <a:lvl4pPr marL="7680960" indent="0">
              <a:buNone/>
              <a:defRPr sz="5600"/>
            </a:lvl4pPr>
            <a:lvl5pPr marL="10241280" indent="0">
              <a:buNone/>
              <a:defRPr sz="5600"/>
            </a:lvl5pPr>
            <a:lvl6pPr marL="12801600" indent="0">
              <a:buNone/>
              <a:defRPr sz="5600"/>
            </a:lvl6pPr>
            <a:lvl7pPr marL="15361920" indent="0">
              <a:buNone/>
              <a:defRPr sz="5600"/>
            </a:lvl7pPr>
            <a:lvl8pPr marL="17922240" indent="0">
              <a:buNone/>
              <a:defRPr sz="5600"/>
            </a:lvl8pPr>
            <a:lvl9pPr marL="20482560" indent="0">
              <a:buNone/>
              <a:defRPr sz="5600"/>
            </a:lvl9pPr>
          </a:lstStyle>
          <a:p>
            <a:pPr lvl="0"/>
            <a:r>
              <a:rPr lang="en-US"/>
              <a:t>Click to edit Master text styles</a:t>
            </a:r>
          </a:p>
        </p:txBody>
      </p:sp>
      <p:sp>
        <p:nvSpPr>
          <p:cNvPr id="5" name="Date Placeholder 4"/>
          <p:cNvSpPr>
            <a:spLocks noGrp="1"/>
          </p:cNvSpPr>
          <p:nvPr>
            <p:ph type="dt" sz="half" idx="10"/>
          </p:nvPr>
        </p:nvSpPr>
        <p:spPr/>
        <p:txBody>
          <a:bodyPr/>
          <a:lstStyle/>
          <a:p>
            <a:fld id="{57B67243-FD58-7448-AE57-4C9880B38908}" type="datetimeFigureOut">
              <a:rPr lang="en-US" smtClean="0"/>
              <a:t>4/6/25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62DA05-FB6B-6F4C-9F3C-C0BB2ACE1BD5}" type="slidenum">
              <a:rPr lang="en-US" smtClean="0"/>
              <a:t>‹#›</a:t>
            </a:fld>
            <a:endParaRPr lang="en-US"/>
          </a:p>
        </p:txBody>
      </p:sp>
    </p:spTree>
    <p:extLst>
      <p:ext uri="{BB962C8B-B14F-4D97-AF65-F5344CB8AC3E}">
        <p14:creationId xmlns:p14="http://schemas.microsoft.com/office/powerpoint/2010/main" val="338911193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527110" y="2560320"/>
            <a:ext cx="16515397" cy="8961120"/>
          </a:xfrm>
        </p:spPr>
        <p:txBody>
          <a:bodyPr anchor="b"/>
          <a:lstStyle>
            <a:lvl1pPr>
              <a:defRPr sz="17920"/>
            </a:lvl1pPr>
          </a:lstStyle>
          <a:p>
            <a:r>
              <a:rPr lang="en-US"/>
              <a:t>Click to edit Master title style</a:t>
            </a:r>
            <a:endParaRPr lang="en-US" dirty="0"/>
          </a:p>
        </p:txBody>
      </p:sp>
      <p:sp>
        <p:nvSpPr>
          <p:cNvPr id="3" name="Picture Placeholder 2"/>
          <p:cNvSpPr>
            <a:spLocks noGrp="1" noChangeAspect="1"/>
          </p:cNvSpPr>
          <p:nvPr>
            <p:ph type="pic" idx="1"/>
          </p:nvPr>
        </p:nvSpPr>
        <p:spPr>
          <a:xfrm>
            <a:off x="21769390" y="5529588"/>
            <a:ext cx="25923240" cy="27292300"/>
          </a:xfrm>
        </p:spPr>
        <p:txBody>
          <a:bodyPr anchor="t"/>
          <a:lstStyle>
            <a:lvl1pPr marL="0" indent="0">
              <a:buNone/>
              <a:defRPr sz="17920"/>
            </a:lvl1pPr>
            <a:lvl2pPr marL="2560320" indent="0">
              <a:buNone/>
              <a:defRPr sz="15680"/>
            </a:lvl2pPr>
            <a:lvl3pPr marL="5120640" indent="0">
              <a:buNone/>
              <a:defRPr sz="13440"/>
            </a:lvl3pPr>
            <a:lvl4pPr marL="7680960" indent="0">
              <a:buNone/>
              <a:defRPr sz="11200"/>
            </a:lvl4pPr>
            <a:lvl5pPr marL="10241280" indent="0">
              <a:buNone/>
              <a:defRPr sz="11200"/>
            </a:lvl5pPr>
            <a:lvl6pPr marL="12801600" indent="0">
              <a:buNone/>
              <a:defRPr sz="11200"/>
            </a:lvl6pPr>
            <a:lvl7pPr marL="15361920" indent="0">
              <a:buNone/>
              <a:defRPr sz="11200"/>
            </a:lvl7pPr>
            <a:lvl8pPr marL="17922240" indent="0">
              <a:buNone/>
              <a:defRPr sz="11200"/>
            </a:lvl8pPr>
            <a:lvl9pPr marL="20482560" indent="0">
              <a:buNone/>
              <a:defRPr sz="11200"/>
            </a:lvl9pPr>
          </a:lstStyle>
          <a:p>
            <a:r>
              <a:rPr lang="en-US"/>
              <a:t>Click icon to add picture</a:t>
            </a:r>
            <a:endParaRPr lang="en-US" dirty="0"/>
          </a:p>
        </p:txBody>
      </p:sp>
      <p:sp>
        <p:nvSpPr>
          <p:cNvPr id="4" name="Text Placeholder 3"/>
          <p:cNvSpPr>
            <a:spLocks noGrp="1"/>
          </p:cNvSpPr>
          <p:nvPr>
            <p:ph type="body" sz="half" idx="2"/>
          </p:nvPr>
        </p:nvSpPr>
        <p:spPr>
          <a:xfrm>
            <a:off x="3527110" y="11521440"/>
            <a:ext cx="16515397" cy="21344893"/>
          </a:xfrm>
        </p:spPr>
        <p:txBody>
          <a:bodyPr/>
          <a:lstStyle>
            <a:lvl1pPr marL="0" indent="0">
              <a:buNone/>
              <a:defRPr sz="8960"/>
            </a:lvl1pPr>
            <a:lvl2pPr marL="2560320" indent="0">
              <a:buNone/>
              <a:defRPr sz="7840"/>
            </a:lvl2pPr>
            <a:lvl3pPr marL="5120640" indent="0">
              <a:buNone/>
              <a:defRPr sz="6720"/>
            </a:lvl3pPr>
            <a:lvl4pPr marL="7680960" indent="0">
              <a:buNone/>
              <a:defRPr sz="5600"/>
            </a:lvl4pPr>
            <a:lvl5pPr marL="10241280" indent="0">
              <a:buNone/>
              <a:defRPr sz="5600"/>
            </a:lvl5pPr>
            <a:lvl6pPr marL="12801600" indent="0">
              <a:buNone/>
              <a:defRPr sz="5600"/>
            </a:lvl6pPr>
            <a:lvl7pPr marL="15361920" indent="0">
              <a:buNone/>
              <a:defRPr sz="5600"/>
            </a:lvl7pPr>
            <a:lvl8pPr marL="17922240" indent="0">
              <a:buNone/>
              <a:defRPr sz="5600"/>
            </a:lvl8pPr>
            <a:lvl9pPr marL="20482560" indent="0">
              <a:buNone/>
              <a:defRPr sz="5600"/>
            </a:lvl9pPr>
          </a:lstStyle>
          <a:p>
            <a:pPr lvl="0"/>
            <a:r>
              <a:rPr lang="en-US"/>
              <a:t>Click to edit Master text styles</a:t>
            </a:r>
          </a:p>
        </p:txBody>
      </p:sp>
      <p:sp>
        <p:nvSpPr>
          <p:cNvPr id="5" name="Date Placeholder 4"/>
          <p:cNvSpPr>
            <a:spLocks noGrp="1"/>
          </p:cNvSpPr>
          <p:nvPr>
            <p:ph type="dt" sz="half" idx="10"/>
          </p:nvPr>
        </p:nvSpPr>
        <p:spPr/>
        <p:txBody>
          <a:bodyPr/>
          <a:lstStyle/>
          <a:p>
            <a:fld id="{57B67243-FD58-7448-AE57-4C9880B38908}" type="datetimeFigureOut">
              <a:rPr lang="en-US" smtClean="0"/>
              <a:t>4/6/25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462DA05-FB6B-6F4C-9F3C-C0BB2ACE1BD5}" type="slidenum">
              <a:rPr lang="en-US" smtClean="0"/>
              <a:t>‹#›</a:t>
            </a:fld>
            <a:endParaRPr lang="en-US"/>
          </a:p>
        </p:txBody>
      </p:sp>
    </p:spTree>
    <p:extLst>
      <p:ext uri="{BB962C8B-B14F-4D97-AF65-F5344CB8AC3E}">
        <p14:creationId xmlns:p14="http://schemas.microsoft.com/office/powerpoint/2010/main" val="316822696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B67243-FD58-7448-AE57-4C9880B38908}" type="datetimeFigureOut">
              <a:rPr lang="en-US" smtClean="0"/>
              <a:t>4/6/25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62DA05-FB6B-6F4C-9F3C-C0BB2ACE1BD5}" type="slidenum">
              <a:rPr lang="en-US" smtClean="0"/>
              <a:t>‹#›</a:t>
            </a:fld>
            <a:endParaRPr lang="en-US"/>
          </a:p>
        </p:txBody>
      </p:sp>
    </p:spTree>
    <p:extLst>
      <p:ext uri="{BB962C8B-B14F-4D97-AF65-F5344CB8AC3E}">
        <p14:creationId xmlns:p14="http://schemas.microsoft.com/office/powerpoint/2010/main" val="21382882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6644583" y="2044700"/>
            <a:ext cx="11041380" cy="32546293"/>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520443" y="2044700"/>
            <a:ext cx="32484060" cy="3254629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7B67243-FD58-7448-AE57-4C9880B38908}" type="datetimeFigureOut">
              <a:rPr lang="en-US" smtClean="0"/>
              <a:t>4/6/25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462DA05-FB6B-6F4C-9F3C-C0BB2ACE1BD5}" type="slidenum">
              <a:rPr lang="en-US" smtClean="0"/>
              <a:t>‹#›</a:t>
            </a:fld>
            <a:endParaRPr lang="en-US"/>
          </a:p>
        </p:txBody>
      </p:sp>
    </p:spTree>
    <p:extLst>
      <p:ext uri="{BB962C8B-B14F-4D97-AF65-F5344CB8AC3E}">
        <p14:creationId xmlns:p14="http://schemas.microsoft.com/office/powerpoint/2010/main" val="268138759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291119184"/>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3" Type="http://schemas.openxmlformats.org/officeDocument/2006/relationships/theme" Target="../theme/theme2.xml"/><Relationship Id="rId2" Type="http://schemas.openxmlformats.org/officeDocument/2006/relationships/slideLayout" Target="../slideLayouts/slideLayout4.xml"/><Relationship Id="rId1" Type="http://schemas.openxmlformats.org/officeDocument/2006/relationships/slideLayout" Target="../slideLayouts/slideLayout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12.xml"/><Relationship Id="rId13" Type="http://schemas.openxmlformats.org/officeDocument/2006/relationships/theme" Target="../theme/theme3.xml"/><Relationship Id="rId3" Type="http://schemas.openxmlformats.org/officeDocument/2006/relationships/slideLayout" Target="../slideLayouts/slideLayout7.xml"/><Relationship Id="rId7" Type="http://schemas.openxmlformats.org/officeDocument/2006/relationships/slideLayout" Target="../slideLayouts/slideLayout11.xml"/><Relationship Id="rId12" Type="http://schemas.openxmlformats.org/officeDocument/2006/relationships/slideLayout" Target="../slideLayouts/slideLayout16.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11" Type="http://schemas.openxmlformats.org/officeDocument/2006/relationships/slideLayout" Target="../slideLayouts/slideLayout15.xml"/><Relationship Id="rId5" Type="http://schemas.openxmlformats.org/officeDocument/2006/relationships/slideLayout" Target="../slideLayouts/slideLayout9.xml"/><Relationship Id="rId10" Type="http://schemas.openxmlformats.org/officeDocument/2006/relationships/slideLayout" Target="../slideLayouts/slideLayout14.xml"/><Relationship Id="rId4" Type="http://schemas.openxmlformats.org/officeDocument/2006/relationships/slideLayout" Target="../slideLayouts/slideLayout8.xml"/><Relationship Id="rId9" Type="http://schemas.openxmlformats.org/officeDocument/2006/relationships/slideLayout" Target="../slideLayouts/slideLayout1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06783060"/>
      </p:ext>
    </p:extLst>
  </p:cSld>
  <p:clrMap bg1="lt1" tx1="dk1" bg2="lt2" tx2="dk2" accent1="accent1" accent2="accent2" accent3="accent3" accent4="accent4" accent5="accent5" accent6="accent6" hlink="hlink" folHlink="folHlink"/>
  <p:sldLayoutIdLst>
    <p:sldLayoutId id="2147483663" r:id="rId1"/>
    <p:sldLayoutId id="2147483668"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64" userDrawn="1">
          <p15:clr>
            <a:srgbClr val="F26B43"/>
          </p15:clr>
        </p15:guide>
        <p15:guide id="2" pos="864" userDrawn="1">
          <p15:clr>
            <a:srgbClr val="F26B43"/>
          </p15:clr>
        </p15:guide>
        <p15:guide id="3" pos="1296" userDrawn="1">
          <p15:clr>
            <a:srgbClr val="F26B43"/>
          </p15:clr>
        </p15:guide>
        <p15:guide id="4" pos="7512" userDrawn="1">
          <p15:clr>
            <a:srgbClr val="F26B43"/>
          </p15:clr>
        </p15:guide>
        <p15:guide id="5" pos="8664" userDrawn="1">
          <p15:clr>
            <a:srgbClr val="F26B43"/>
          </p15:clr>
        </p15:guide>
        <p15:guide id="6" pos="9096" userDrawn="1">
          <p15:clr>
            <a:srgbClr val="F26B43"/>
          </p15:clr>
        </p15:guide>
        <p15:guide id="7" pos="15312" userDrawn="1">
          <p15:clr>
            <a:srgbClr val="F26B43"/>
          </p15:clr>
        </p15:guide>
        <p15:guide id="8" pos="7944" userDrawn="1">
          <p15:clr>
            <a:srgbClr val="F26B43"/>
          </p15:clr>
        </p15:guide>
        <p15:guide id="9" pos="15768" userDrawn="1">
          <p15:clr>
            <a:srgbClr val="F26B43"/>
          </p15:clr>
        </p15:guide>
        <p15:guide id="10" pos="16488" userDrawn="1">
          <p15:clr>
            <a:srgbClr val="F26B43"/>
          </p15:clr>
        </p15:guide>
        <p15:guide id="11" pos="16920" userDrawn="1">
          <p15:clr>
            <a:srgbClr val="F26B43"/>
          </p15:clr>
        </p15:guide>
        <p15:guide id="12" pos="23136" userDrawn="1">
          <p15:clr>
            <a:srgbClr val="F26B43"/>
          </p15:clr>
        </p15:guide>
        <p15:guide id="13" pos="23568" userDrawn="1">
          <p15:clr>
            <a:srgbClr val="F26B43"/>
          </p15:clr>
        </p15:guide>
        <p15:guide id="14" pos="24288" userDrawn="1">
          <p15:clr>
            <a:srgbClr val="F26B43"/>
          </p15:clr>
        </p15:guide>
        <p15:guide id="15" pos="24720" userDrawn="1">
          <p15:clr>
            <a:srgbClr val="F26B43"/>
          </p15:clr>
        </p15:guide>
        <p15:guide id="16" pos="30960" userDrawn="1">
          <p15:clr>
            <a:srgbClr val="F26B43"/>
          </p15:clr>
        </p15:guide>
        <p15:guide id="17" pos="31392" userDrawn="1">
          <p15:clr>
            <a:srgbClr val="F26B43"/>
          </p15:clr>
        </p15:guide>
        <p15:guide id="18" orient="horz" pos="1152" userDrawn="1">
          <p15:clr>
            <a:srgbClr val="F26B43"/>
          </p15:clr>
        </p15:guide>
        <p15:guide id="19" orient="horz" pos="4320" userDrawn="1">
          <p15:clr>
            <a:srgbClr val="F26B43"/>
          </p15:clr>
        </p15:guide>
        <p15:guide id="20" orient="horz" pos="4032" userDrawn="1">
          <p15:clr>
            <a:srgbClr val="F26B43"/>
          </p15:clr>
        </p15:guide>
        <p15:guide id="21" orient="horz" pos="5184" userDrawn="1">
          <p15:clr>
            <a:srgbClr val="F26B43"/>
          </p15:clr>
        </p15:guide>
        <p15:guide id="22" orient="horz" pos="5472" userDrawn="1">
          <p15:clr>
            <a:srgbClr val="F26B43"/>
          </p15:clr>
        </p15:guide>
        <p15:guide id="23" orient="horz" pos="23328" userDrawn="1">
          <p15:clr>
            <a:srgbClr val="F26B43"/>
          </p15:clr>
        </p15:guide>
        <p15:guide id="24" orient="horz" pos="2304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32670426"/>
      </p:ext>
    </p:extLst>
  </p:cSld>
  <p:clrMap bg1="lt1" tx1="dk1" bg2="lt2" tx2="dk2" accent1="accent1" accent2="accent2" accent3="accent3" accent4="accent4" accent5="accent5" accent6="accent6" hlink="hlink" folHlink="folHlink"/>
  <p:sldLayoutIdLst>
    <p:sldLayoutId id="2147483665" r:id="rId1"/>
    <p:sldLayoutId id="2147483667"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64" userDrawn="1">
          <p15:clr>
            <a:srgbClr val="F26B43"/>
          </p15:clr>
        </p15:guide>
        <p15:guide id="2" pos="864" userDrawn="1">
          <p15:clr>
            <a:srgbClr val="F26B43"/>
          </p15:clr>
        </p15:guide>
        <p15:guide id="3" pos="1296" userDrawn="1">
          <p15:clr>
            <a:srgbClr val="F26B43"/>
          </p15:clr>
        </p15:guide>
        <p15:guide id="4" pos="8640" userDrawn="1">
          <p15:clr>
            <a:srgbClr val="F26B43"/>
          </p15:clr>
        </p15:guide>
        <p15:guide id="5" pos="9072" userDrawn="1">
          <p15:clr>
            <a:srgbClr val="F26B43"/>
          </p15:clr>
        </p15:guide>
        <p15:guide id="6" pos="9792" userDrawn="1">
          <p15:clr>
            <a:srgbClr val="F26B43"/>
          </p15:clr>
        </p15:guide>
        <p15:guide id="7" pos="10224" userDrawn="1">
          <p15:clr>
            <a:srgbClr val="F26B43"/>
          </p15:clr>
        </p15:guide>
        <p15:guide id="8" pos="22032" userDrawn="1">
          <p15:clr>
            <a:srgbClr val="F26B43"/>
          </p15:clr>
        </p15:guide>
        <p15:guide id="9" pos="22440" userDrawn="1">
          <p15:clr>
            <a:srgbClr val="F26B43"/>
          </p15:clr>
        </p15:guide>
        <p15:guide id="10" pos="23184" userDrawn="1">
          <p15:clr>
            <a:srgbClr val="F26B43"/>
          </p15:clr>
        </p15:guide>
        <p15:guide id="11" pos="23616" userDrawn="1">
          <p15:clr>
            <a:srgbClr val="F26B43"/>
          </p15:clr>
        </p15:guide>
        <p15:guide id="12" pos="30960" userDrawn="1">
          <p15:clr>
            <a:srgbClr val="F26B43"/>
          </p15:clr>
        </p15:guide>
        <p15:guide id="13" pos="31392" userDrawn="1">
          <p15:clr>
            <a:srgbClr val="F26B43"/>
          </p15:clr>
        </p15:guide>
        <p15:guide id="14" orient="horz" pos="1152" userDrawn="1">
          <p15:clr>
            <a:srgbClr val="F26B43"/>
          </p15:clr>
        </p15:guide>
        <p15:guide id="15" orient="horz" pos="4032" userDrawn="1">
          <p15:clr>
            <a:srgbClr val="F26B43"/>
          </p15:clr>
        </p15:guide>
        <p15:guide id="16" orient="horz" pos="4320" userDrawn="1">
          <p15:clr>
            <a:srgbClr val="F26B43"/>
          </p15:clr>
        </p15:guide>
        <p15:guide id="17" orient="horz" pos="5184" userDrawn="1">
          <p15:clr>
            <a:srgbClr val="F26B43"/>
          </p15:clr>
        </p15:guide>
        <p15:guide id="18" orient="horz" pos="5472" userDrawn="1">
          <p15:clr>
            <a:srgbClr val="F26B43"/>
          </p15:clr>
        </p15:guide>
        <p15:guide id="19" orient="horz" pos="23328" userDrawn="1">
          <p15:clr>
            <a:srgbClr val="F26B43"/>
          </p15:clr>
        </p15:guide>
        <p15:guide id="20" orient="horz" pos="2304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520440" y="2044708"/>
            <a:ext cx="44165520" cy="742315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3520440" y="10223500"/>
            <a:ext cx="44165520" cy="2436749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3520440" y="35595568"/>
            <a:ext cx="11521440" cy="2044700"/>
          </a:xfrm>
          <a:prstGeom prst="rect">
            <a:avLst/>
          </a:prstGeom>
        </p:spPr>
        <p:txBody>
          <a:bodyPr vert="horz" lIns="91440" tIns="45720" rIns="91440" bIns="45720" rtlCol="0" anchor="ctr"/>
          <a:lstStyle>
            <a:lvl1pPr algn="l">
              <a:defRPr sz="6720">
                <a:solidFill>
                  <a:schemeClr val="tx1">
                    <a:tint val="75000"/>
                  </a:schemeClr>
                </a:solidFill>
              </a:defRPr>
            </a:lvl1pPr>
          </a:lstStyle>
          <a:p>
            <a:fld id="{C764DE79-268F-4C1A-8933-263129D2AF90}" type="datetimeFigureOut">
              <a:rPr lang="en-US" dirty="0"/>
              <a:t>4/6/25</a:t>
            </a:fld>
            <a:endParaRPr lang="en-US" dirty="0"/>
          </a:p>
        </p:txBody>
      </p:sp>
      <p:sp>
        <p:nvSpPr>
          <p:cNvPr id="5" name="Footer Placeholder 4"/>
          <p:cNvSpPr>
            <a:spLocks noGrp="1"/>
          </p:cNvSpPr>
          <p:nvPr>
            <p:ph type="ftr" sz="quarter" idx="3"/>
          </p:nvPr>
        </p:nvSpPr>
        <p:spPr>
          <a:xfrm>
            <a:off x="16962120" y="35595568"/>
            <a:ext cx="17282160" cy="2044700"/>
          </a:xfrm>
          <a:prstGeom prst="rect">
            <a:avLst/>
          </a:prstGeom>
        </p:spPr>
        <p:txBody>
          <a:bodyPr vert="horz" lIns="91440" tIns="45720" rIns="91440" bIns="45720" rtlCol="0" anchor="ctr"/>
          <a:lstStyle>
            <a:lvl1pPr algn="ctr">
              <a:defRPr sz="672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36164520" y="35595568"/>
            <a:ext cx="11521440" cy="2044700"/>
          </a:xfrm>
          <a:prstGeom prst="rect">
            <a:avLst/>
          </a:prstGeom>
        </p:spPr>
        <p:txBody>
          <a:bodyPr vert="horz" lIns="91440" tIns="45720" rIns="91440" bIns="45720" rtlCol="0" anchor="ctr"/>
          <a:lstStyle>
            <a:lvl1pPr algn="r">
              <a:defRPr sz="6720">
                <a:solidFill>
                  <a:schemeClr val="tx1">
                    <a:tint val="75000"/>
                  </a:schemeClr>
                </a:solidFill>
              </a:defRPr>
            </a:lvl1pPr>
          </a:lstStyle>
          <a:p>
            <a:fld id="{48F63A3B-78C7-47BE-AE5E-E10140E04643}" type="slidenum">
              <a:rPr lang="en-US" dirty="0"/>
              <a:t>‹#›</a:t>
            </a:fld>
            <a:endParaRPr lang="en-US" dirty="0"/>
          </a:p>
        </p:txBody>
      </p:sp>
    </p:spTree>
    <p:extLst>
      <p:ext uri="{BB962C8B-B14F-4D97-AF65-F5344CB8AC3E}">
        <p14:creationId xmlns:p14="http://schemas.microsoft.com/office/powerpoint/2010/main" val="272618185"/>
      </p:ext>
    </p:extLst>
  </p:cSld>
  <p:clrMap bg1="lt1" tx1="dk1" bg2="lt2" tx2="dk2" accent1="accent1" accent2="accent2" accent3="accent3" accent4="accent4" accent5="accent5" accent6="accent6" hlink="hlink" folHlink="folHlink"/>
  <p:sldLayoutIdLst>
    <p:sldLayoutId id="2147483696" r:id="rId1"/>
    <p:sldLayoutId id="2147483697" r:id="rId2"/>
    <p:sldLayoutId id="2147483698" r:id="rId3"/>
    <p:sldLayoutId id="2147483699" r:id="rId4"/>
    <p:sldLayoutId id="2147483700" r:id="rId5"/>
    <p:sldLayoutId id="2147483701" r:id="rId6"/>
    <p:sldLayoutId id="2147483702" r:id="rId7"/>
    <p:sldLayoutId id="2147483703" r:id="rId8"/>
    <p:sldLayoutId id="2147483704" r:id="rId9"/>
    <p:sldLayoutId id="2147483705" r:id="rId10"/>
    <p:sldLayoutId id="2147483706" r:id="rId11"/>
    <p:sldLayoutId id="2147483707" r:id="rId12"/>
  </p:sldLayoutIdLst>
  <p:txStyles>
    <p:titleStyle>
      <a:lvl1pPr algn="l" defTabSz="5120640" rtl="0" eaLnBrk="1" latinLnBrk="0" hangingPunct="1">
        <a:lnSpc>
          <a:spcPct val="90000"/>
        </a:lnSpc>
        <a:spcBef>
          <a:spcPct val="0"/>
        </a:spcBef>
        <a:buNone/>
        <a:defRPr sz="24640" kern="1200">
          <a:solidFill>
            <a:schemeClr val="tx1"/>
          </a:solidFill>
          <a:latin typeface="+mj-lt"/>
          <a:ea typeface="+mj-ea"/>
          <a:cs typeface="+mj-cs"/>
        </a:defRPr>
      </a:lvl1pPr>
    </p:titleStyle>
    <p:bodyStyle>
      <a:lvl1pPr marL="1280160" indent="-1280160" algn="l" defTabSz="5120640" rtl="0" eaLnBrk="1" latinLnBrk="0" hangingPunct="1">
        <a:lnSpc>
          <a:spcPct val="90000"/>
        </a:lnSpc>
        <a:spcBef>
          <a:spcPts val="5600"/>
        </a:spcBef>
        <a:buFont typeface="Arial" panose="020B0604020202020204" pitchFamily="34" charset="0"/>
        <a:buChar char="•"/>
        <a:defRPr sz="15680" kern="1200">
          <a:solidFill>
            <a:schemeClr val="tx1"/>
          </a:solidFill>
          <a:latin typeface="+mn-lt"/>
          <a:ea typeface="+mn-ea"/>
          <a:cs typeface="+mn-cs"/>
        </a:defRPr>
      </a:lvl1pPr>
      <a:lvl2pPr marL="3840480" indent="-1280160" algn="l" defTabSz="5120640" rtl="0" eaLnBrk="1" latinLnBrk="0" hangingPunct="1">
        <a:lnSpc>
          <a:spcPct val="90000"/>
        </a:lnSpc>
        <a:spcBef>
          <a:spcPts val="2800"/>
        </a:spcBef>
        <a:buFont typeface="Arial" panose="020B0604020202020204" pitchFamily="34" charset="0"/>
        <a:buChar char="•"/>
        <a:defRPr sz="13440" kern="1200">
          <a:solidFill>
            <a:schemeClr val="tx1"/>
          </a:solidFill>
          <a:latin typeface="+mn-lt"/>
          <a:ea typeface="+mn-ea"/>
          <a:cs typeface="+mn-cs"/>
        </a:defRPr>
      </a:lvl2pPr>
      <a:lvl3pPr marL="6400800" indent="-1280160" algn="l" defTabSz="5120640" rtl="0" eaLnBrk="1" latinLnBrk="0" hangingPunct="1">
        <a:lnSpc>
          <a:spcPct val="90000"/>
        </a:lnSpc>
        <a:spcBef>
          <a:spcPts val="2800"/>
        </a:spcBef>
        <a:buFont typeface="Arial" panose="020B0604020202020204" pitchFamily="34" charset="0"/>
        <a:buChar char="•"/>
        <a:defRPr sz="11200" kern="1200">
          <a:solidFill>
            <a:schemeClr val="tx1"/>
          </a:solidFill>
          <a:latin typeface="+mn-lt"/>
          <a:ea typeface="+mn-ea"/>
          <a:cs typeface="+mn-cs"/>
        </a:defRPr>
      </a:lvl3pPr>
      <a:lvl4pPr marL="8961120" indent="-1280160" algn="l" defTabSz="5120640" rtl="0" eaLnBrk="1" latinLnBrk="0" hangingPunct="1">
        <a:lnSpc>
          <a:spcPct val="90000"/>
        </a:lnSpc>
        <a:spcBef>
          <a:spcPts val="2800"/>
        </a:spcBef>
        <a:buFont typeface="Arial" panose="020B0604020202020204" pitchFamily="34" charset="0"/>
        <a:buChar char="•"/>
        <a:defRPr sz="10080" kern="1200">
          <a:solidFill>
            <a:schemeClr val="tx1"/>
          </a:solidFill>
          <a:latin typeface="+mn-lt"/>
          <a:ea typeface="+mn-ea"/>
          <a:cs typeface="+mn-cs"/>
        </a:defRPr>
      </a:lvl4pPr>
      <a:lvl5pPr marL="11521440" indent="-1280160" algn="l" defTabSz="5120640" rtl="0" eaLnBrk="1" latinLnBrk="0" hangingPunct="1">
        <a:lnSpc>
          <a:spcPct val="90000"/>
        </a:lnSpc>
        <a:spcBef>
          <a:spcPts val="2800"/>
        </a:spcBef>
        <a:buFont typeface="Arial" panose="020B0604020202020204" pitchFamily="34" charset="0"/>
        <a:buChar char="•"/>
        <a:defRPr sz="10080" kern="1200">
          <a:solidFill>
            <a:schemeClr val="tx1"/>
          </a:solidFill>
          <a:latin typeface="+mn-lt"/>
          <a:ea typeface="+mn-ea"/>
          <a:cs typeface="+mn-cs"/>
        </a:defRPr>
      </a:lvl5pPr>
      <a:lvl6pPr marL="14081760" indent="-1280160" algn="l" defTabSz="5120640" rtl="0" eaLnBrk="1" latinLnBrk="0" hangingPunct="1">
        <a:lnSpc>
          <a:spcPct val="90000"/>
        </a:lnSpc>
        <a:spcBef>
          <a:spcPts val="2800"/>
        </a:spcBef>
        <a:buFont typeface="Arial" panose="020B0604020202020204" pitchFamily="34" charset="0"/>
        <a:buChar char="•"/>
        <a:defRPr sz="10080" kern="1200">
          <a:solidFill>
            <a:schemeClr val="tx1"/>
          </a:solidFill>
          <a:latin typeface="+mn-lt"/>
          <a:ea typeface="+mn-ea"/>
          <a:cs typeface="+mn-cs"/>
        </a:defRPr>
      </a:lvl6pPr>
      <a:lvl7pPr marL="16642080" indent="-1280160" algn="l" defTabSz="5120640" rtl="0" eaLnBrk="1" latinLnBrk="0" hangingPunct="1">
        <a:lnSpc>
          <a:spcPct val="90000"/>
        </a:lnSpc>
        <a:spcBef>
          <a:spcPts val="2800"/>
        </a:spcBef>
        <a:buFont typeface="Arial" panose="020B0604020202020204" pitchFamily="34" charset="0"/>
        <a:buChar char="•"/>
        <a:defRPr sz="10080" kern="1200">
          <a:solidFill>
            <a:schemeClr val="tx1"/>
          </a:solidFill>
          <a:latin typeface="+mn-lt"/>
          <a:ea typeface="+mn-ea"/>
          <a:cs typeface="+mn-cs"/>
        </a:defRPr>
      </a:lvl7pPr>
      <a:lvl8pPr marL="19202400" indent="-1280160" algn="l" defTabSz="5120640" rtl="0" eaLnBrk="1" latinLnBrk="0" hangingPunct="1">
        <a:lnSpc>
          <a:spcPct val="90000"/>
        </a:lnSpc>
        <a:spcBef>
          <a:spcPts val="2800"/>
        </a:spcBef>
        <a:buFont typeface="Arial" panose="020B0604020202020204" pitchFamily="34" charset="0"/>
        <a:buChar char="•"/>
        <a:defRPr sz="10080" kern="1200">
          <a:solidFill>
            <a:schemeClr val="tx1"/>
          </a:solidFill>
          <a:latin typeface="+mn-lt"/>
          <a:ea typeface="+mn-ea"/>
          <a:cs typeface="+mn-cs"/>
        </a:defRPr>
      </a:lvl8pPr>
      <a:lvl9pPr marL="21762720" indent="-1280160" algn="l" defTabSz="5120640" rtl="0" eaLnBrk="1" latinLnBrk="0" hangingPunct="1">
        <a:lnSpc>
          <a:spcPct val="90000"/>
        </a:lnSpc>
        <a:spcBef>
          <a:spcPts val="2800"/>
        </a:spcBef>
        <a:buFont typeface="Arial" panose="020B0604020202020204" pitchFamily="34" charset="0"/>
        <a:buChar char="•"/>
        <a:defRPr sz="10080" kern="1200">
          <a:solidFill>
            <a:schemeClr val="tx1"/>
          </a:solidFill>
          <a:latin typeface="+mn-lt"/>
          <a:ea typeface="+mn-ea"/>
          <a:cs typeface="+mn-cs"/>
        </a:defRPr>
      </a:lvl9pPr>
    </p:bodyStyle>
    <p:otherStyle>
      <a:defPPr>
        <a:defRPr lang="en-US"/>
      </a:defPPr>
      <a:lvl1pPr marL="0" algn="l" defTabSz="5120640" rtl="0" eaLnBrk="1" latinLnBrk="0" hangingPunct="1">
        <a:defRPr sz="10080" kern="1200">
          <a:solidFill>
            <a:schemeClr val="tx1"/>
          </a:solidFill>
          <a:latin typeface="+mn-lt"/>
          <a:ea typeface="+mn-ea"/>
          <a:cs typeface="+mn-cs"/>
        </a:defRPr>
      </a:lvl1pPr>
      <a:lvl2pPr marL="2560320" algn="l" defTabSz="5120640" rtl="0" eaLnBrk="1" latinLnBrk="0" hangingPunct="1">
        <a:defRPr sz="10080" kern="1200">
          <a:solidFill>
            <a:schemeClr val="tx1"/>
          </a:solidFill>
          <a:latin typeface="+mn-lt"/>
          <a:ea typeface="+mn-ea"/>
          <a:cs typeface="+mn-cs"/>
        </a:defRPr>
      </a:lvl2pPr>
      <a:lvl3pPr marL="5120640" algn="l" defTabSz="5120640" rtl="0" eaLnBrk="1" latinLnBrk="0" hangingPunct="1">
        <a:defRPr sz="10080" kern="1200">
          <a:solidFill>
            <a:schemeClr val="tx1"/>
          </a:solidFill>
          <a:latin typeface="+mn-lt"/>
          <a:ea typeface="+mn-ea"/>
          <a:cs typeface="+mn-cs"/>
        </a:defRPr>
      </a:lvl3pPr>
      <a:lvl4pPr marL="7680960" algn="l" defTabSz="5120640" rtl="0" eaLnBrk="1" latinLnBrk="0" hangingPunct="1">
        <a:defRPr sz="10080" kern="1200">
          <a:solidFill>
            <a:schemeClr val="tx1"/>
          </a:solidFill>
          <a:latin typeface="+mn-lt"/>
          <a:ea typeface="+mn-ea"/>
          <a:cs typeface="+mn-cs"/>
        </a:defRPr>
      </a:lvl4pPr>
      <a:lvl5pPr marL="10241280" algn="l" defTabSz="5120640" rtl="0" eaLnBrk="1" latinLnBrk="0" hangingPunct="1">
        <a:defRPr sz="10080" kern="1200">
          <a:solidFill>
            <a:schemeClr val="tx1"/>
          </a:solidFill>
          <a:latin typeface="+mn-lt"/>
          <a:ea typeface="+mn-ea"/>
          <a:cs typeface="+mn-cs"/>
        </a:defRPr>
      </a:lvl5pPr>
      <a:lvl6pPr marL="12801600" algn="l" defTabSz="5120640" rtl="0" eaLnBrk="1" latinLnBrk="0" hangingPunct="1">
        <a:defRPr sz="10080" kern="1200">
          <a:solidFill>
            <a:schemeClr val="tx1"/>
          </a:solidFill>
          <a:latin typeface="+mn-lt"/>
          <a:ea typeface="+mn-ea"/>
          <a:cs typeface="+mn-cs"/>
        </a:defRPr>
      </a:lvl6pPr>
      <a:lvl7pPr marL="15361920" algn="l" defTabSz="5120640" rtl="0" eaLnBrk="1" latinLnBrk="0" hangingPunct="1">
        <a:defRPr sz="10080" kern="1200">
          <a:solidFill>
            <a:schemeClr val="tx1"/>
          </a:solidFill>
          <a:latin typeface="+mn-lt"/>
          <a:ea typeface="+mn-ea"/>
          <a:cs typeface="+mn-cs"/>
        </a:defRPr>
      </a:lvl7pPr>
      <a:lvl8pPr marL="17922240" algn="l" defTabSz="5120640" rtl="0" eaLnBrk="1" latinLnBrk="0" hangingPunct="1">
        <a:defRPr sz="10080" kern="1200">
          <a:solidFill>
            <a:schemeClr val="tx1"/>
          </a:solidFill>
          <a:latin typeface="+mn-lt"/>
          <a:ea typeface="+mn-ea"/>
          <a:cs typeface="+mn-cs"/>
        </a:defRPr>
      </a:lvl8pPr>
      <a:lvl9pPr marL="20482560" algn="l" defTabSz="5120640" rtl="0" eaLnBrk="1" latinLnBrk="0" hangingPunct="1">
        <a:defRPr sz="1008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864">
          <p15:clr>
            <a:srgbClr val="F26B43"/>
          </p15:clr>
        </p15:guide>
        <p15:guide id="2" pos="864">
          <p15:clr>
            <a:srgbClr val="F26B43"/>
          </p15:clr>
        </p15:guide>
        <p15:guide id="3" pos="1296">
          <p15:clr>
            <a:srgbClr val="F26B43"/>
          </p15:clr>
        </p15:guide>
        <p15:guide id="4" pos="7512">
          <p15:clr>
            <a:srgbClr val="F26B43"/>
          </p15:clr>
        </p15:guide>
        <p15:guide id="5" pos="8664">
          <p15:clr>
            <a:srgbClr val="F26B43"/>
          </p15:clr>
        </p15:guide>
        <p15:guide id="6" pos="9096">
          <p15:clr>
            <a:srgbClr val="F26B43"/>
          </p15:clr>
        </p15:guide>
        <p15:guide id="7" pos="15312">
          <p15:clr>
            <a:srgbClr val="F26B43"/>
          </p15:clr>
        </p15:guide>
        <p15:guide id="8" pos="7944">
          <p15:clr>
            <a:srgbClr val="F26B43"/>
          </p15:clr>
        </p15:guide>
        <p15:guide id="9" pos="15768">
          <p15:clr>
            <a:srgbClr val="F26B43"/>
          </p15:clr>
        </p15:guide>
        <p15:guide id="10" pos="16488">
          <p15:clr>
            <a:srgbClr val="F26B43"/>
          </p15:clr>
        </p15:guide>
        <p15:guide id="11" pos="16920">
          <p15:clr>
            <a:srgbClr val="F26B43"/>
          </p15:clr>
        </p15:guide>
        <p15:guide id="12" pos="23136">
          <p15:clr>
            <a:srgbClr val="F26B43"/>
          </p15:clr>
        </p15:guide>
        <p15:guide id="13" pos="23568">
          <p15:clr>
            <a:srgbClr val="F26B43"/>
          </p15:clr>
        </p15:guide>
        <p15:guide id="14" pos="24288">
          <p15:clr>
            <a:srgbClr val="F26B43"/>
          </p15:clr>
        </p15:guide>
        <p15:guide id="15" pos="24720">
          <p15:clr>
            <a:srgbClr val="F26B43"/>
          </p15:clr>
        </p15:guide>
        <p15:guide id="16" pos="30960">
          <p15:clr>
            <a:srgbClr val="F26B43"/>
          </p15:clr>
        </p15:guide>
        <p15:guide id="17" pos="31392">
          <p15:clr>
            <a:srgbClr val="F26B43"/>
          </p15:clr>
        </p15:guide>
        <p15:guide id="18" orient="horz" pos="1152">
          <p15:clr>
            <a:srgbClr val="F26B43"/>
          </p15:clr>
        </p15:guide>
        <p15:guide id="19" orient="horz" pos="4320">
          <p15:clr>
            <a:srgbClr val="F26B43"/>
          </p15:clr>
        </p15:guide>
        <p15:guide id="20" orient="horz" pos="4032">
          <p15:clr>
            <a:srgbClr val="F26B43"/>
          </p15:clr>
        </p15:guide>
        <p15:guide id="21" orient="horz" pos="5184">
          <p15:clr>
            <a:srgbClr val="F26B43"/>
          </p15:clr>
        </p15:guide>
        <p15:guide id="22" orient="horz" pos="5472">
          <p15:clr>
            <a:srgbClr val="F26B43"/>
          </p15:clr>
        </p15:guide>
        <p15:guide id="23" orient="horz" pos="23328">
          <p15:clr>
            <a:srgbClr val="F26B43"/>
          </p15:clr>
        </p15:guide>
        <p15:guide id="24" orient="horz" pos="23040">
          <p15:clr>
            <a:srgbClr val="F26B43"/>
          </p15:clr>
        </p15:guide>
      </p15:sldGuideLst>
    </p:ext>
  </p:extLst>
</p:sldMaster>
</file>

<file path=ppt/slides/_rels/slide1.xml.rels><?xml version="1.0" encoding="UTF-8" standalone="yes"?>
<Relationships xmlns="http://schemas.openxmlformats.org/package/2006/relationships"><Relationship Id="rId13" Type="http://schemas.openxmlformats.org/officeDocument/2006/relationships/image" Target="../media/image11.svg"/><Relationship Id="rId18" Type="http://schemas.openxmlformats.org/officeDocument/2006/relationships/image" Target="../media/image16.png"/><Relationship Id="rId26" Type="http://schemas.openxmlformats.org/officeDocument/2006/relationships/image" Target="../media/image24.png"/><Relationship Id="rId3" Type="http://schemas.openxmlformats.org/officeDocument/2006/relationships/image" Target="../media/image1.emf"/><Relationship Id="rId21" Type="http://schemas.openxmlformats.org/officeDocument/2006/relationships/image" Target="../media/image19.png"/><Relationship Id="rId34" Type="http://schemas.openxmlformats.org/officeDocument/2006/relationships/image" Target="../media/image32.png"/><Relationship Id="rId7" Type="http://schemas.openxmlformats.org/officeDocument/2006/relationships/image" Target="../media/image5.png"/><Relationship Id="rId12" Type="http://schemas.openxmlformats.org/officeDocument/2006/relationships/image" Target="../media/image10.png"/><Relationship Id="rId17" Type="http://schemas.openxmlformats.org/officeDocument/2006/relationships/image" Target="../media/image15.png"/><Relationship Id="rId25" Type="http://schemas.openxmlformats.org/officeDocument/2006/relationships/image" Target="../media/image23.png"/><Relationship Id="rId33" Type="http://schemas.openxmlformats.org/officeDocument/2006/relationships/image" Target="../media/image31.png"/><Relationship Id="rId2" Type="http://schemas.openxmlformats.org/officeDocument/2006/relationships/notesSlide" Target="../notesSlides/notesSlide1.xml"/><Relationship Id="rId16" Type="http://schemas.openxmlformats.org/officeDocument/2006/relationships/image" Target="../media/image14.png"/><Relationship Id="rId20" Type="http://schemas.openxmlformats.org/officeDocument/2006/relationships/image" Target="../media/image18.png"/><Relationship Id="rId29" Type="http://schemas.openxmlformats.org/officeDocument/2006/relationships/image" Target="../media/image27.png"/><Relationship Id="rId1" Type="http://schemas.openxmlformats.org/officeDocument/2006/relationships/slideLayout" Target="../slideLayouts/slideLayout16.xml"/><Relationship Id="rId6" Type="http://schemas.openxmlformats.org/officeDocument/2006/relationships/image" Target="../media/image4.png"/><Relationship Id="rId11" Type="http://schemas.openxmlformats.org/officeDocument/2006/relationships/image" Target="../media/image9.svg"/><Relationship Id="rId24" Type="http://schemas.openxmlformats.org/officeDocument/2006/relationships/image" Target="../media/image22.png"/><Relationship Id="rId32" Type="http://schemas.openxmlformats.org/officeDocument/2006/relationships/image" Target="../media/image30.png"/><Relationship Id="rId5" Type="http://schemas.openxmlformats.org/officeDocument/2006/relationships/image" Target="../media/image3.png"/><Relationship Id="rId15" Type="http://schemas.openxmlformats.org/officeDocument/2006/relationships/image" Target="../media/image13.png"/><Relationship Id="rId23" Type="http://schemas.openxmlformats.org/officeDocument/2006/relationships/image" Target="../media/image21.png"/><Relationship Id="rId28" Type="http://schemas.openxmlformats.org/officeDocument/2006/relationships/image" Target="../media/image26.png"/><Relationship Id="rId36" Type="http://schemas.openxmlformats.org/officeDocument/2006/relationships/image" Target="../media/image34.png"/><Relationship Id="rId10" Type="http://schemas.openxmlformats.org/officeDocument/2006/relationships/image" Target="../media/image8.png"/><Relationship Id="rId19" Type="http://schemas.openxmlformats.org/officeDocument/2006/relationships/image" Target="../media/image17.png"/><Relationship Id="rId31" Type="http://schemas.openxmlformats.org/officeDocument/2006/relationships/image" Target="../media/image29.png"/><Relationship Id="rId4" Type="http://schemas.openxmlformats.org/officeDocument/2006/relationships/image" Target="../media/image2.png"/><Relationship Id="rId9" Type="http://schemas.openxmlformats.org/officeDocument/2006/relationships/image" Target="../media/image7.svg"/><Relationship Id="rId14" Type="http://schemas.openxmlformats.org/officeDocument/2006/relationships/image" Target="../media/image12.png"/><Relationship Id="rId22" Type="http://schemas.openxmlformats.org/officeDocument/2006/relationships/image" Target="../media/image20.png"/><Relationship Id="rId27" Type="http://schemas.openxmlformats.org/officeDocument/2006/relationships/image" Target="../media/image25.png"/><Relationship Id="rId30" Type="http://schemas.openxmlformats.org/officeDocument/2006/relationships/image" Target="../media/image28.png"/><Relationship Id="rId35" Type="http://schemas.openxmlformats.org/officeDocument/2006/relationships/image" Target="../media/image33.png"/><Relationship Id="rId8"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2.xml"/><Relationship Id="rId1" Type="http://schemas.openxmlformats.org/officeDocument/2006/relationships/slideLayout" Target="../slideLayouts/slideLayout16.xml"/><Relationship Id="rId4" Type="http://schemas.openxmlformats.org/officeDocument/2006/relationships/image" Target="../media/image36.png"/></Relationships>
</file>

<file path=ppt/slides/_rels/slide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3.xml"/><Relationship Id="rId1" Type="http://schemas.openxmlformats.org/officeDocument/2006/relationships/slideLayout" Target="../slideLayouts/slideLayout16.xml"/><Relationship Id="rId4" Type="http://schemas.openxmlformats.org/officeDocument/2006/relationships/image" Target="../media/image20.png"/></Relationships>
</file>

<file path=ppt/slides/_rels/slide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xml"/><Relationship Id="rId1" Type="http://schemas.openxmlformats.org/officeDocument/2006/relationships/slideLayout" Target="../slideLayouts/slideLayout16.xml"/><Relationship Id="rId4" Type="http://schemas.openxmlformats.org/officeDocument/2006/relationships/image" Target="../media/image39.png"/></Relationships>
</file>

<file path=ppt/slides/_rels/slide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C006F7B-4513-654A-8838-18C4EBC4EA80}"/>
              </a:ext>
            </a:extLst>
          </p:cNvPr>
          <p:cNvSpPr txBox="1"/>
          <p:nvPr/>
        </p:nvSpPr>
        <p:spPr>
          <a:xfrm>
            <a:off x="1371241" y="855089"/>
            <a:ext cx="33223200" cy="4801314"/>
          </a:xfrm>
          <a:prstGeom prst="rect">
            <a:avLst/>
          </a:prstGeom>
          <a:noFill/>
        </p:spPr>
        <p:txBody>
          <a:bodyPr wrap="square" rtlCol="0">
            <a:spAutoFit/>
          </a:bodyPr>
          <a:lstStyle/>
          <a:p>
            <a:r>
              <a:rPr lang="en-US" sz="10200" b="1" dirty="0">
                <a:solidFill>
                  <a:schemeClr val="accent1">
                    <a:lumMod val="50000"/>
                  </a:schemeClr>
                </a:solidFill>
                <a:latin typeface="Tahoma" panose="020B0604030504040204" pitchFamily="34" charset="0"/>
                <a:ea typeface="Tahoma" panose="020B0604030504040204" pitchFamily="34" charset="0"/>
                <a:cs typeface="Tahoma" panose="020B0604030504040204" pitchFamily="34" charset="0"/>
              </a:rPr>
              <a:t>Modeling Tumor Response to Paclitaxel and Carboplatin using Patient-Derived Xenografts: </a:t>
            </a:r>
          </a:p>
          <a:p>
            <a:r>
              <a:rPr lang="en-US" sz="10200" b="1" dirty="0">
                <a:solidFill>
                  <a:schemeClr val="accent1">
                    <a:lumMod val="50000"/>
                  </a:schemeClr>
                </a:solidFill>
                <a:latin typeface="Tahoma" panose="020B0604030504040204" pitchFamily="34" charset="0"/>
                <a:ea typeface="Tahoma" panose="020B0604030504040204" pitchFamily="34" charset="0"/>
                <a:cs typeface="Tahoma" panose="020B0604030504040204" pitchFamily="34" charset="0"/>
              </a:rPr>
              <a:t>A Bayesian Calibration Approach</a:t>
            </a:r>
          </a:p>
        </p:txBody>
      </p:sp>
      <p:sp>
        <p:nvSpPr>
          <p:cNvPr id="3" name="TextBox 2">
            <a:extLst>
              <a:ext uri="{FF2B5EF4-FFF2-40B4-BE49-F238E27FC236}">
                <a16:creationId xmlns:a16="http://schemas.microsoft.com/office/drawing/2014/main" id="{144C9136-C2C9-234A-8555-1F6C34525650}"/>
              </a:ext>
            </a:extLst>
          </p:cNvPr>
          <p:cNvSpPr txBox="1"/>
          <p:nvPr/>
        </p:nvSpPr>
        <p:spPr>
          <a:xfrm>
            <a:off x="1371958" y="5614604"/>
            <a:ext cx="33223199" cy="2677656"/>
          </a:xfrm>
          <a:prstGeom prst="rect">
            <a:avLst/>
          </a:prstGeom>
          <a:noFill/>
        </p:spPr>
        <p:txBody>
          <a:bodyPr wrap="square" rtlCol="0">
            <a:spAutoFit/>
          </a:bodyPr>
          <a:lstStyle/>
          <a:p>
            <a:r>
              <a:rPr lang="en-US" sz="4400" b="1" dirty="0">
                <a:solidFill>
                  <a:srgbClr val="B05110"/>
                </a:solidFill>
                <a:latin typeface="Tahoma" panose="020B0604030504040204" pitchFamily="34" charset="0"/>
                <a:ea typeface="Tahoma" panose="020B0604030504040204" pitchFamily="34" charset="0"/>
                <a:cs typeface="Tahoma" panose="020B0604030504040204" pitchFamily="34" charset="0"/>
              </a:rPr>
              <a:t>Rahul Raja Durai Murugan</a:t>
            </a:r>
            <a:r>
              <a:rPr lang="en-US" sz="4400" b="1" baseline="30000" dirty="0">
                <a:solidFill>
                  <a:srgbClr val="B05110"/>
                </a:solidFill>
                <a:latin typeface="Tahoma" panose="020B0604030504040204" pitchFamily="34" charset="0"/>
                <a:ea typeface="Tahoma" panose="020B0604030504040204" pitchFamily="34" charset="0"/>
                <a:cs typeface="Tahoma" panose="020B0604030504040204" pitchFamily="34" charset="0"/>
              </a:rPr>
              <a:t>1-2</a:t>
            </a:r>
            <a:r>
              <a:rPr lang="en-US" sz="4400" b="1" dirty="0">
                <a:solidFill>
                  <a:srgbClr val="B05110"/>
                </a:solidFill>
                <a:latin typeface="Tahoma" panose="020B0604030504040204" pitchFamily="34" charset="0"/>
                <a:ea typeface="Tahoma" panose="020B0604030504040204" pitchFamily="34" charset="0"/>
                <a:cs typeface="Tahoma" panose="020B0604030504040204" pitchFamily="34" charset="0"/>
              </a:rPr>
              <a:t>, Elizabeth L. Dobrolecki</a:t>
            </a:r>
            <a:r>
              <a:rPr lang="en-US" sz="4400" b="1" baseline="30000" dirty="0">
                <a:solidFill>
                  <a:srgbClr val="B05110"/>
                </a:solidFill>
                <a:latin typeface="Tahoma" panose="020B0604030504040204" pitchFamily="34" charset="0"/>
                <a:ea typeface="Tahoma" panose="020B0604030504040204" pitchFamily="34" charset="0"/>
                <a:cs typeface="Tahoma" panose="020B0604030504040204" pitchFamily="34" charset="0"/>
              </a:rPr>
              <a:t>5</a:t>
            </a:r>
            <a:r>
              <a:rPr lang="en-US" sz="4400" b="1" dirty="0">
                <a:solidFill>
                  <a:srgbClr val="B05110"/>
                </a:solidFill>
                <a:latin typeface="Tahoma" panose="020B0604030504040204" pitchFamily="34" charset="0"/>
                <a:ea typeface="Tahoma" panose="020B0604030504040204" pitchFamily="34" charset="0"/>
                <a:cs typeface="Tahoma" panose="020B0604030504040204" pitchFamily="34" charset="0"/>
              </a:rPr>
              <a:t>, Michael T. Lewis</a:t>
            </a:r>
            <a:r>
              <a:rPr lang="en-US" sz="4400" b="1" baseline="30000" dirty="0">
                <a:solidFill>
                  <a:srgbClr val="B05110"/>
                </a:solidFill>
                <a:latin typeface="Tahoma" panose="020B0604030504040204" pitchFamily="34" charset="0"/>
                <a:ea typeface="Tahoma" panose="020B0604030504040204" pitchFamily="34" charset="0"/>
                <a:cs typeface="Tahoma" panose="020B0604030504040204" pitchFamily="34" charset="0"/>
              </a:rPr>
              <a:t>5-6</a:t>
            </a:r>
            <a:r>
              <a:rPr lang="en-US" sz="4400" b="1" dirty="0">
                <a:solidFill>
                  <a:srgbClr val="B05110"/>
                </a:solidFill>
                <a:latin typeface="Tahoma" panose="020B0604030504040204" pitchFamily="34" charset="0"/>
                <a:ea typeface="Tahoma" panose="020B0604030504040204" pitchFamily="34" charset="0"/>
                <a:cs typeface="Tahoma" panose="020B0604030504040204" pitchFamily="34" charset="0"/>
              </a:rPr>
              <a:t>, David A. Hormuth II</a:t>
            </a:r>
            <a:r>
              <a:rPr lang="en-US" sz="4400" b="1" baseline="30000" dirty="0">
                <a:solidFill>
                  <a:srgbClr val="B05110"/>
                </a:solidFill>
                <a:latin typeface="Tahoma" panose="020B0604030504040204" pitchFamily="34" charset="0"/>
                <a:ea typeface="Tahoma" panose="020B0604030504040204" pitchFamily="34" charset="0"/>
                <a:cs typeface="Tahoma" panose="020B0604030504040204" pitchFamily="34" charset="0"/>
              </a:rPr>
              <a:t>2-4</a:t>
            </a:r>
            <a:r>
              <a:rPr lang="en-US" sz="4400" b="1" dirty="0">
                <a:solidFill>
                  <a:srgbClr val="B05110"/>
                </a:solidFill>
                <a:latin typeface="Tahoma" panose="020B0604030504040204" pitchFamily="34" charset="0"/>
                <a:ea typeface="Tahoma" panose="020B0604030504040204" pitchFamily="34" charset="0"/>
                <a:cs typeface="Tahoma" panose="020B0604030504040204" pitchFamily="34" charset="0"/>
              </a:rPr>
              <a:t>, Thomas E. Yankeelov</a:t>
            </a:r>
            <a:r>
              <a:rPr lang="en-US" sz="4400" b="1" baseline="30000" dirty="0">
                <a:solidFill>
                  <a:srgbClr val="B05110"/>
                </a:solidFill>
                <a:latin typeface="Tahoma" panose="020B0604030504040204" pitchFamily="34" charset="0"/>
                <a:ea typeface="Tahoma" panose="020B0604030504040204" pitchFamily="34" charset="0"/>
                <a:cs typeface="Tahoma" panose="020B0604030504040204" pitchFamily="34" charset="0"/>
              </a:rPr>
              <a:t>1-2,6</a:t>
            </a:r>
            <a:r>
              <a:rPr lang="en-US" sz="4400" b="1" dirty="0">
                <a:solidFill>
                  <a:srgbClr val="B05110"/>
                </a:solidFill>
                <a:latin typeface="Tahoma" panose="020B0604030504040204" pitchFamily="34" charset="0"/>
                <a:ea typeface="Tahoma" panose="020B0604030504040204" pitchFamily="34" charset="0"/>
                <a:cs typeface="Tahoma" panose="020B0604030504040204" pitchFamily="34" charset="0"/>
              </a:rPr>
              <a:t>, Ernesto A. B. F. Lima</a:t>
            </a:r>
            <a:r>
              <a:rPr lang="en-US" sz="4400" b="1" baseline="30000" dirty="0">
                <a:solidFill>
                  <a:srgbClr val="B05110"/>
                </a:solidFill>
                <a:latin typeface="Tahoma" panose="020B0604030504040204" pitchFamily="34" charset="0"/>
                <a:ea typeface="Tahoma" panose="020B0604030504040204" pitchFamily="34" charset="0"/>
                <a:cs typeface="Tahoma" panose="020B0604030504040204" pitchFamily="34" charset="0"/>
              </a:rPr>
              <a:t>2-3</a:t>
            </a:r>
            <a:br>
              <a:rPr lang="en-US" sz="1600" dirty="0">
                <a:solidFill>
                  <a:srgbClr val="B05110"/>
                </a:solidFill>
                <a:latin typeface="Tahoma" panose="020B0604030504040204" pitchFamily="34" charset="0"/>
                <a:ea typeface="Tahoma" panose="020B0604030504040204" pitchFamily="34" charset="0"/>
                <a:cs typeface="Tahoma" panose="020B0604030504040204" pitchFamily="34" charset="0"/>
              </a:rPr>
            </a:br>
            <a:r>
              <a:rPr lang="en-US" sz="4000" baseline="30000" dirty="0">
                <a:solidFill>
                  <a:srgbClr val="B05110"/>
                </a:solidFill>
                <a:latin typeface="Tahoma" panose="020B0604030504040204" pitchFamily="34" charset="0"/>
                <a:ea typeface="Tahoma" panose="020B0604030504040204" pitchFamily="34" charset="0"/>
                <a:cs typeface="Tahoma" panose="020B0604030504040204" pitchFamily="34" charset="0"/>
              </a:rPr>
              <a:t>1</a:t>
            </a:r>
            <a:r>
              <a:rPr lang="en-US" sz="4000" dirty="0">
                <a:solidFill>
                  <a:srgbClr val="B05110"/>
                </a:solidFill>
                <a:latin typeface="Tahoma" panose="020B0604030504040204" pitchFamily="34" charset="0"/>
                <a:ea typeface="Tahoma" panose="020B0604030504040204" pitchFamily="34" charset="0"/>
                <a:cs typeface="Tahoma" panose="020B0604030504040204" pitchFamily="34" charset="0"/>
              </a:rPr>
              <a:t>University of Texas at Austin, </a:t>
            </a:r>
            <a:r>
              <a:rPr lang="en-US" sz="4000" baseline="30000" dirty="0">
                <a:solidFill>
                  <a:srgbClr val="B05110"/>
                </a:solidFill>
                <a:latin typeface="Tahoma" panose="020B0604030504040204" pitchFamily="34" charset="0"/>
                <a:ea typeface="Tahoma" panose="020B0604030504040204" pitchFamily="34" charset="0"/>
                <a:cs typeface="Tahoma" panose="020B0604030504040204" pitchFamily="34" charset="0"/>
              </a:rPr>
              <a:t>2</a:t>
            </a:r>
            <a:r>
              <a:rPr lang="en-US" sz="4000" dirty="0">
                <a:solidFill>
                  <a:srgbClr val="B05110"/>
                </a:solidFill>
                <a:latin typeface="Tahoma" panose="020B0604030504040204" pitchFamily="34" charset="0"/>
                <a:ea typeface="Tahoma" panose="020B0604030504040204" pitchFamily="34" charset="0"/>
                <a:cs typeface="Tahoma" panose="020B0604030504040204" pitchFamily="34" charset="0"/>
              </a:rPr>
              <a:t>Oden Institute for Computational Engineering and Sciences, </a:t>
            </a:r>
            <a:r>
              <a:rPr lang="en-US" sz="4000" baseline="30000" dirty="0">
                <a:solidFill>
                  <a:srgbClr val="B05110"/>
                </a:solidFill>
                <a:latin typeface="Tahoma" panose="020B0604030504040204" pitchFamily="34" charset="0"/>
                <a:ea typeface="Tahoma" panose="020B0604030504040204" pitchFamily="34" charset="0"/>
                <a:cs typeface="Tahoma" panose="020B0604030504040204" pitchFamily="34" charset="0"/>
              </a:rPr>
              <a:t>3</a:t>
            </a:r>
            <a:r>
              <a:rPr lang="en-US" sz="4000" dirty="0">
                <a:solidFill>
                  <a:srgbClr val="B05110"/>
                </a:solidFill>
                <a:latin typeface="Tahoma" panose="020B0604030504040204" pitchFamily="34" charset="0"/>
                <a:ea typeface="Tahoma" panose="020B0604030504040204" pitchFamily="34" charset="0"/>
                <a:cs typeface="Tahoma" panose="020B0604030504040204" pitchFamily="34" charset="0"/>
              </a:rPr>
              <a:t>Texas Advanced Computing Center, </a:t>
            </a:r>
            <a:r>
              <a:rPr lang="en-US" sz="4000" baseline="30000" dirty="0">
                <a:solidFill>
                  <a:srgbClr val="B05110"/>
                </a:solidFill>
                <a:latin typeface="Tahoma" panose="020B0604030504040204" pitchFamily="34" charset="0"/>
                <a:ea typeface="Tahoma" panose="020B0604030504040204" pitchFamily="34" charset="0"/>
                <a:cs typeface="Tahoma" panose="020B0604030504040204" pitchFamily="34" charset="0"/>
              </a:rPr>
              <a:t>4</a:t>
            </a:r>
            <a:r>
              <a:rPr lang="en-US" sz="4000" dirty="0">
                <a:solidFill>
                  <a:srgbClr val="B05110"/>
                </a:solidFill>
                <a:latin typeface="Tahoma" panose="020B0604030504040204" pitchFamily="34" charset="0"/>
                <a:ea typeface="Tahoma" panose="020B0604030504040204" pitchFamily="34" charset="0"/>
                <a:cs typeface="Tahoma" panose="020B0604030504040204" pitchFamily="34" charset="0"/>
              </a:rPr>
              <a:t>Livestrong Cancer Institutes, </a:t>
            </a:r>
            <a:r>
              <a:rPr lang="en-US" sz="4000" baseline="30000" dirty="0">
                <a:solidFill>
                  <a:srgbClr val="B05110"/>
                </a:solidFill>
                <a:latin typeface="Tahoma" panose="020B0604030504040204" pitchFamily="34" charset="0"/>
                <a:ea typeface="Tahoma" panose="020B0604030504040204" pitchFamily="34" charset="0"/>
                <a:cs typeface="Tahoma" panose="020B0604030504040204" pitchFamily="34" charset="0"/>
              </a:rPr>
              <a:t>5</a:t>
            </a:r>
            <a:r>
              <a:rPr lang="en-US" sz="4000" dirty="0">
                <a:solidFill>
                  <a:srgbClr val="B05110"/>
                </a:solidFill>
                <a:latin typeface="Tahoma" panose="020B0604030504040204" pitchFamily="34" charset="0"/>
                <a:ea typeface="Tahoma" panose="020B0604030504040204" pitchFamily="34" charset="0"/>
                <a:cs typeface="Tahoma" panose="020B0604030504040204" pitchFamily="34" charset="0"/>
              </a:rPr>
              <a:t>Lester and Sue Smith Breast Center, </a:t>
            </a:r>
            <a:r>
              <a:rPr lang="en-US" sz="4000" baseline="30000" dirty="0">
                <a:solidFill>
                  <a:srgbClr val="B05110"/>
                </a:solidFill>
                <a:latin typeface="Tahoma" panose="020B0604030504040204" pitchFamily="34" charset="0"/>
                <a:ea typeface="Tahoma" panose="020B0604030504040204" pitchFamily="34" charset="0"/>
                <a:cs typeface="Tahoma" panose="020B0604030504040204" pitchFamily="34" charset="0"/>
              </a:rPr>
              <a:t>6</a:t>
            </a:r>
            <a:r>
              <a:rPr lang="en-US" sz="4000" dirty="0">
                <a:solidFill>
                  <a:srgbClr val="B05110"/>
                </a:solidFill>
                <a:latin typeface="Tahoma" panose="020B0604030504040204" pitchFamily="34" charset="0"/>
                <a:ea typeface="Tahoma" panose="020B0604030504040204" pitchFamily="34" charset="0"/>
                <a:cs typeface="Tahoma" panose="020B0604030504040204" pitchFamily="34" charset="0"/>
              </a:rPr>
              <a:t>Dan L. Duncan Cancer Center at Baylor College of Medicine</a:t>
            </a:r>
            <a:endParaRPr lang="en-US" sz="4400" dirty="0">
              <a:solidFill>
                <a:srgbClr val="B05110"/>
              </a:solidFill>
              <a:latin typeface="Tahoma" panose="020B0604030504040204" pitchFamily="34" charset="0"/>
              <a:ea typeface="Tahoma" panose="020B0604030504040204" pitchFamily="34" charset="0"/>
              <a:cs typeface="Tahoma" panose="020B0604030504040204" pitchFamily="34" charset="0"/>
            </a:endParaRPr>
          </a:p>
        </p:txBody>
      </p:sp>
      <p:sp>
        <p:nvSpPr>
          <p:cNvPr id="4" name="Rectangle 3">
            <a:extLst>
              <a:ext uri="{FF2B5EF4-FFF2-40B4-BE49-F238E27FC236}">
                <a16:creationId xmlns:a16="http://schemas.microsoft.com/office/drawing/2014/main" id="{C2642BAB-3737-CE4C-874C-5EA986C6E360}"/>
              </a:ext>
            </a:extLst>
          </p:cNvPr>
          <p:cNvSpPr/>
          <p:nvPr/>
        </p:nvSpPr>
        <p:spPr>
          <a:xfrm>
            <a:off x="1371600" y="8669104"/>
            <a:ext cx="16028923" cy="6932327"/>
          </a:xfrm>
          <a:prstGeom prst="rect">
            <a:avLst/>
          </a:prstGeom>
          <a:noFill/>
          <a:ln w="1016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5" name="Rectangle 4">
            <a:extLst>
              <a:ext uri="{FF2B5EF4-FFF2-40B4-BE49-F238E27FC236}">
                <a16:creationId xmlns:a16="http://schemas.microsoft.com/office/drawing/2014/main" id="{9A170FEF-011A-5342-B701-2B5D8E102B3F}"/>
              </a:ext>
            </a:extLst>
          </p:cNvPr>
          <p:cNvSpPr/>
          <p:nvPr/>
        </p:nvSpPr>
        <p:spPr>
          <a:xfrm>
            <a:off x="1371600" y="8669104"/>
            <a:ext cx="16028923" cy="1294764"/>
          </a:xfrm>
          <a:prstGeom prst="rect">
            <a:avLst/>
          </a:prstGeom>
          <a:solidFill>
            <a:schemeClr val="accent1">
              <a:lumMod val="50000"/>
            </a:schemeClr>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0" b="1" spc="300" dirty="0">
                <a:latin typeface="Tahoma" panose="020B0604030504040204" pitchFamily="34" charset="0"/>
                <a:ea typeface="Tahoma" panose="020B0604030504040204" pitchFamily="34" charset="0"/>
                <a:cs typeface="Tahoma" panose="020B0604030504040204" pitchFamily="34" charset="0"/>
              </a:rPr>
              <a:t>Motivation</a:t>
            </a:r>
          </a:p>
        </p:txBody>
      </p:sp>
      <p:sp>
        <p:nvSpPr>
          <p:cNvPr id="6" name="TextBox 5">
            <a:extLst>
              <a:ext uri="{FF2B5EF4-FFF2-40B4-BE49-F238E27FC236}">
                <a16:creationId xmlns:a16="http://schemas.microsoft.com/office/drawing/2014/main" id="{6721B937-827D-314B-B2ED-2E7548C9EE25}"/>
              </a:ext>
            </a:extLst>
          </p:cNvPr>
          <p:cNvSpPr txBox="1"/>
          <p:nvPr/>
        </p:nvSpPr>
        <p:spPr>
          <a:xfrm>
            <a:off x="1758462" y="10217294"/>
            <a:ext cx="15216554" cy="5130828"/>
          </a:xfrm>
          <a:prstGeom prst="rect">
            <a:avLst/>
          </a:prstGeom>
          <a:noFill/>
        </p:spPr>
        <p:txBody>
          <a:bodyPr wrap="square" rtlCol="0">
            <a:spAutoFit/>
          </a:bodyPr>
          <a:lstStyle/>
          <a:p>
            <a:pPr algn="just">
              <a:lnSpc>
                <a:spcPts val="4400"/>
              </a:lnSpc>
            </a:pPr>
            <a:r>
              <a:rPr lang="en-US" sz="3600" dirty="0">
                <a:latin typeface="Tahoma" panose="020B0604030504040204" pitchFamily="34" charset="0"/>
                <a:ea typeface="Tahoma" panose="020B0604030504040204" pitchFamily="34" charset="0"/>
                <a:cs typeface="Tahoma" panose="020B0604030504040204" pitchFamily="34" charset="0"/>
              </a:rPr>
              <a:t>Patient-derived xenografts have been a promising tool in understanding tumor behavior and testing various treatment options before administering these therapies to human patients. Previous experiments have led to the development of commonly known chemotherapy medications. Utilizing this practice, this project aims to mathematically model the tumor developments in response to Paclitaxel + Carboplatin treatment to build a statistical analysis that can determine whether (or not) and when a patient responds to the aforementioned drug combination. </a:t>
            </a:r>
          </a:p>
        </p:txBody>
      </p:sp>
      <p:sp>
        <p:nvSpPr>
          <p:cNvPr id="7" name="Rectangle 6">
            <a:extLst>
              <a:ext uri="{FF2B5EF4-FFF2-40B4-BE49-F238E27FC236}">
                <a16:creationId xmlns:a16="http://schemas.microsoft.com/office/drawing/2014/main" id="{0054D73D-2049-6943-9D0F-F943E4C153F2}"/>
              </a:ext>
            </a:extLst>
          </p:cNvPr>
          <p:cNvSpPr/>
          <p:nvPr/>
        </p:nvSpPr>
        <p:spPr>
          <a:xfrm>
            <a:off x="1371958" y="16531471"/>
            <a:ext cx="16028565" cy="7232197"/>
          </a:xfrm>
          <a:prstGeom prst="rect">
            <a:avLst/>
          </a:prstGeom>
          <a:noFill/>
          <a:ln w="1016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8" name="Rectangle 7">
            <a:extLst>
              <a:ext uri="{FF2B5EF4-FFF2-40B4-BE49-F238E27FC236}">
                <a16:creationId xmlns:a16="http://schemas.microsoft.com/office/drawing/2014/main" id="{F70CDB76-B0F2-6F41-8B57-3F2A80D0319B}"/>
              </a:ext>
            </a:extLst>
          </p:cNvPr>
          <p:cNvSpPr/>
          <p:nvPr/>
        </p:nvSpPr>
        <p:spPr>
          <a:xfrm>
            <a:off x="1430112" y="16531471"/>
            <a:ext cx="15970411" cy="1243961"/>
          </a:xfrm>
          <a:prstGeom prst="rect">
            <a:avLst/>
          </a:prstGeom>
          <a:solidFill>
            <a:schemeClr val="accent1">
              <a:lumMod val="50000"/>
            </a:schemeClr>
          </a:solidFill>
          <a:ln w="1016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0" b="1" dirty="0">
                <a:latin typeface="Tahoma" panose="020B0604030504040204" pitchFamily="34" charset="0"/>
                <a:ea typeface="Tahoma" panose="020B0604030504040204" pitchFamily="34" charset="0"/>
                <a:cs typeface="Tahoma" panose="020B0604030504040204" pitchFamily="34" charset="0"/>
              </a:rPr>
              <a:t>Data</a:t>
            </a:r>
            <a:endParaRPr lang="en-US" sz="5000" dirty="0">
              <a:latin typeface="Tahoma" panose="020B0604030504040204" pitchFamily="34" charset="0"/>
              <a:ea typeface="Tahoma" panose="020B0604030504040204" pitchFamily="34" charset="0"/>
              <a:cs typeface="Tahoma" panose="020B0604030504040204" pitchFamily="34" charset="0"/>
            </a:endParaRPr>
          </a:p>
        </p:txBody>
      </p:sp>
      <p:sp>
        <p:nvSpPr>
          <p:cNvPr id="10" name="Rectangle 9">
            <a:extLst>
              <a:ext uri="{FF2B5EF4-FFF2-40B4-BE49-F238E27FC236}">
                <a16:creationId xmlns:a16="http://schemas.microsoft.com/office/drawing/2014/main" id="{D6AA515A-3A7F-5640-8920-E1BB8F2119C1}"/>
              </a:ext>
            </a:extLst>
          </p:cNvPr>
          <p:cNvSpPr/>
          <p:nvPr/>
        </p:nvSpPr>
        <p:spPr>
          <a:xfrm>
            <a:off x="1371957" y="24693708"/>
            <a:ext cx="16028207" cy="12691711"/>
          </a:xfrm>
          <a:prstGeom prst="rect">
            <a:avLst/>
          </a:prstGeom>
          <a:noFill/>
          <a:ln w="1016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11" name="Rectangle 10">
            <a:extLst>
              <a:ext uri="{FF2B5EF4-FFF2-40B4-BE49-F238E27FC236}">
                <a16:creationId xmlns:a16="http://schemas.microsoft.com/office/drawing/2014/main" id="{FD122781-2C66-7D44-B469-BC6909743CF3}"/>
              </a:ext>
            </a:extLst>
          </p:cNvPr>
          <p:cNvSpPr/>
          <p:nvPr/>
        </p:nvSpPr>
        <p:spPr>
          <a:xfrm>
            <a:off x="1371600" y="24693709"/>
            <a:ext cx="16028565" cy="1288709"/>
          </a:xfrm>
          <a:prstGeom prst="rect">
            <a:avLst/>
          </a:prstGeom>
          <a:solidFill>
            <a:schemeClr val="accent1">
              <a:lumMod val="50000"/>
            </a:schemeClr>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0" b="1" spc="300" dirty="0">
                <a:latin typeface="Tahoma" panose="020B0604030504040204" pitchFamily="34" charset="0"/>
                <a:ea typeface="Tahoma" panose="020B0604030504040204" pitchFamily="34" charset="0"/>
                <a:cs typeface="Tahoma" panose="020B0604030504040204" pitchFamily="34" charset="0"/>
              </a:rPr>
              <a:t>Model Development</a:t>
            </a:r>
          </a:p>
        </p:txBody>
      </p:sp>
      <p:pic>
        <p:nvPicPr>
          <p:cNvPr id="30" name="Picture 29">
            <a:extLst>
              <a:ext uri="{FF2B5EF4-FFF2-40B4-BE49-F238E27FC236}">
                <a16:creationId xmlns:a16="http://schemas.microsoft.com/office/drawing/2014/main" id="{2407EA93-AB7C-7844-8E30-51871FBF8D7C}"/>
              </a:ext>
            </a:extLst>
          </p:cNvPr>
          <p:cNvPicPr>
            <a:picLocks noChangeAspect="1"/>
          </p:cNvPicPr>
          <p:nvPr/>
        </p:nvPicPr>
        <p:blipFill>
          <a:blip r:embed="rId3"/>
          <a:stretch>
            <a:fillRect/>
          </a:stretch>
        </p:blipFill>
        <p:spPr>
          <a:xfrm>
            <a:off x="37663719" y="1252748"/>
            <a:ext cx="12039600" cy="1736764"/>
          </a:xfrm>
          <a:prstGeom prst="rect">
            <a:avLst/>
          </a:prstGeom>
        </p:spPr>
      </p:pic>
      <p:graphicFrame>
        <p:nvGraphicFramePr>
          <p:cNvPr id="50" name="Table 49">
            <a:extLst>
              <a:ext uri="{FF2B5EF4-FFF2-40B4-BE49-F238E27FC236}">
                <a16:creationId xmlns:a16="http://schemas.microsoft.com/office/drawing/2014/main" id="{8509C8C4-4EAE-349E-7EBA-162A170F205D}"/>
              </a:ext>
            </a:extLst>
          </p:cNvPr>
          <p:cNvGraphicFramePr>
            <a:graphicFrameLocks noGrp="1"/>
          </p:cNvGraphicFramePr>
          <p:nvPr>
            <p:extLst>
              <p:ext uri="{D42A27DB-BD31-4B8C-83A1-F6EECF244321}">
                <p14:modId xmlns:p14="http://schemas.microsoft.com/office/powerpoint/2010/main" val="483310910"/>
              </p:ext>
            </p:extLst>
          </p:nvPr>
        </p:nvGraphicFramePr>
        <p:xfrm>
          <a:off x="7455680" y="30783023"/>
          <a:ext cx="3457972" cy="409978"/>
        </p:xfrm>
        <a:graphic>
          <a:graphicData uri="http://schemas.openxmlformats.org/drawingml/2006/table">
            <a:tbl>
              <a:tblPr firstRow="1" bandRow="1">
                <a:tableStyleId>{5C22544A-7EE6-4342-B048-85BDC9FD1C3A}</a:tableStyleId>
              </a:tblPr>
              <a:tblGrid>
                <a:gridCol w="3457972">
                  <a:extLst>
                    <a:ext uri="{9D8B030D-6E8A-4147-A177-3AD203B41FA5}">
                      <a16:colId xmlns:a16="http://schemas.microsoft.com/office/drawing/2014/main" val="1993394840"/>
                    </a:ext>
                  </a:extLst>
                </a:gridCol>
              </a:tblGrid>
              <a:tr h="409978">
                <a:tc>
                  <a:txBody>
                    <a:bodyPr/>
                    <a:lstStyle/>
                    <a:p>
                      <a:pPr algn="ctr"/>
                      <a:r>
                        <a:rPr lang="en-US" sz="2000" b="0" dirty="0">
                          <a:solidFill>
                            <a:schemeClr val="bg2">
                              <a:lumMod val="10000"/>
                            </a:schemeClr>
                          </a:solidFill>
                          <a:latin typeface="Tahoma" panose="020B0604030504040204" pitchFamily="34" charset="0"/>
                          <a:ea typeface="Tahoma" panose="020B0604030504040204" pitchFamily="34" charset="0"/>
                          <a:cs typeface="Tahoma" panose="020B0604030504040204" pitchFamily="34" charset="0"/>
                        </a:rPr>
                        <a:t>Model Selection Criteria</a:t>
                      </a:r>
                    </a:p>
                  </a:txBody>
                  <a:tcPr>
                    <a:solidFill>
                      <a:schemeClr val="bg1"/>
                    </a:solidFill>
                  </a:tcPr>
                </a:tc>
                <a:extLst>
                  <a:ext uri="{0D108BD9-81ED-4DB2-BD59-A6C34878D82A}">
                    <a16:rowId xmlns:a16="http://schemas.microsoft.com/office/drawing/2014/main" val="1385678103"/>
                  </a:ext>
                </a:extLst>
              </a:tr>
            </a:tbl>
          </a:graphicData>
        </a:graphic>
      </p:graphicFrame>
      <p:sp>
        <p:nvSpPr>
          <p:cNvPr id="53" name="Rectangle 52">
            <a:extLst>
              <a:ext uri="{FF2B5EF4-FFF2-40B4-BE49-F238E27FC236}">
                <a16:creationId xmlns:a16="http://schemas.microsoft.com/office/drawing/2014/main" id="{BE3AA779-DC5A-D502-436D-36594F3AEEC4}"/>
              </a:ext>
            </a:extLst>
          </p:cNvPr>
          <p:cNvSpPr/>
          <p:nvPr/>
        </p:nvSpPr>
        <p:spPr>
          <a:xfrm>
            <a:off x="18377123" y="8669105"/>
            <a:ext cx="15240000" cy="13815758"/>
          </a:xfrm>
          <a:prstGeom prst="rect">
            <a:avLst/>
          </a:prstGeom>
          <a:noFill/>
          <a:ln w="1016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54" name="Rectangle 53">
            <a:extLst>
              <a:ext uri="{FF2B5EF4-FFF2-40B4-BE49-F238E27FC236}">
                <a16:creationId xmlns:a16="http://schemas.microsoft.com/office/drawing/2014/main" id="{D1C2DB33-3928-4221-52FD-2DE87CBEEB20}"/>
              </a:ext>
            </a:extLst>
          </p:cNvPr>
          <p:cNvSpPr/>
          <p:nvPr/>
        </p:nvSpPr>
        <p:spPr>
          <a:xfrm>
            <a:off x="18377123" y="8669104"/>
            <a:ext cx="15240000" cy="1288709"/>
          </a:xfrm>
          <a:prstGeom prst="rect">
            <a:avLst/>
          </a:prstGeom>
          <a:solidFill>
            <a:schemeClr val="accent1">
              <a:lumMod val="50000"/>
            </a:schemeClr>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0" b="1" spc="300" dirty="0">
                <a:latin typeface="Tahoma" panose="020B0604030504040204" pitchFamily="34" charset="0"/>
                <a:ea typeface="Tahoma" panose="020B0604030504040204" pitchFamily="34" charset="0"/>
                <a:cs typeface="Tahoma" panose="020B0604030504040204" pitchFamily="34" charset="0"/>
              </a:rPr>
              <a:t>Control, 1-Week and 4-Week Calibration</a:t>
            </a:r>
          </a:p>
        </p:txBody>
      </p:sp>
      <p:sp>
        <p:nvSpPr>
          <p:cNvPr id="57" name="Rectangle 56">
            <a:extLst>
              <a:ext uri="{FF2B5EF4-FFF2-40B4-BE49-F238E27FC236}">
                <a16:creationId xmlns:a16="http://schemas.microsoft.com/office/drawing/2014/main" id="{81668D02-C8F6-A36E-64D0-730C494098D4}"/>
              </a:ext>
            </a:extLst>
          </p:cNvPr>
          <p:cNvSpPr/>
          <p:nvPr/>
        </p:nvSpPr>
        <p:spPr>
          <a:xfrm>
            <a:off x="18377123" y="23424110"/>
            <a:ext cx="15240000" cy="13961925"/>
          </a:xfrm>
          <a:prstGeom prst="rect">
            <a:avLst/>
          </a:prstGeom>
          <a:noFill/>
          <a:ln w="1016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58" name="Rectangle 57">
            <a:extLst>
              <a:ext uri="{FF2B5EF4-FFF2-40B4-BE49-F238E27FC236}">
                <a16:creationId xmlns:a16="http://schemas.microsoft.com/office/drawing/2014/main" id="{A40FC6DD-5E96-012F-B904-56D5A76D4700}"/>
              </a:ext>
            </a:extLst>
          </p:cNvPr>
          <p:cNvSpPr/>
          <p:nvPr/>
        </p:nvSpPr>
        <p:spPr>
          <a:xfrm>
            <a:off x="18377123" y="23424111"/>
            <a:ext cx="15240000" cy="1288710"/>
          </a:xfrm>
          <a:prstGeom prst="rect">
            <a:avLst/>
          </a:prstGeom>
          <a:solidFill>
            <a:schemeClr val="accent1">
              <a:lumMod val="50000"/>
            </a:schemeClr>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0" b="1" spc="300" dirty="0">
                <a:latin typeface="Tahoma" panose="020B0604030504040204" pitchFamily="34" charset="0"/>
                <a:ea typeface="Tahoma" panose="020B0604030504040204" pitchFamily="34" charset="0"/>
                <a:cs typeface="Tahoma" panose="020B0604030504040204" pitchFamily="34" charset="0"/>
              </a:rPr>
              <a:t>Predictive Performance</a:t>
            </a:r>
          </a:p>
        </p:txBody>
      </p:sp>
      <p:sp>
        <p:nvSpPr>
          <p:cNvPr id="63" name="Rectangle 62">
            <a:extLst>
              <a:ext uri="{FF2B5EF4-FFF2-40B4-BE49-F238E27FC236}">
                <a16:creationId xmlns:a16="http://schemas.microsoft.com/office/drawing/2014/main" id="{A7E93E1D-5973-947A-6EFA-7B57908451A0}"/>
              </a:ext>
            </a:extLst>
          </p:cNvPr>
          <p:cNvSpPr/>
          <p:nvPr/>
        </p:nvSpPr>
        <p:spPr>
          <a:xfrm>
            <a:off x="34595157" y="27478913"/>
            <a:ext cx="15240000" cy="5519804"/>
          </a:xfrm>
          <a:prstGeom prst="rect">
            <a:avLst/>
          </a:prstGeom>
          <a:noFill/>
          <a:ln w="1016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64" name="Rectangle 63">
            <a:extLst>
              <a:ext uri="{FF2B5EF4-FFF2-40B4-BE49-F238E27FC236}">
                <a16:creationId xmlns:a16="http://schemas.microsoft.com/office/drawing/2014/main" id="{74B4D15E-B1A1-B123-8CB4-4051254C3FB1}"/>
              </a:ext>
            </a:extLst>
          </p:cNvPr>
          <p:cNvSpPr/>
          <p:nvPr/>
        </p:nvSpPr>
        <p:spPr>
          <a:xfrm>
            <a:off x="34595157" y="27495583"/>
            <a:ext cx="15240000" cy="1294765"/>
          </a:xfrm>
          <a:prstGeom prst="rect">
            <a:avLst/>
          </a:prstGeom>
          <a:solidFill>
            <a:schemeClr val="accent1">
              <a:lumMod val="50000"/>
            </a:schemeClr>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0" b="1" spc="300" dirty="0">
                <a:latin typeface="Tahoma" panose="020B0604030504040204" pitchFamily="34" charset="0"/>
                <a:ea typeface="Tahoma" panose="020B0604030504040204" pitchFamily="34" charset="0"/>
                <a:cs typeface="Tahoma" panose="020B0604030504040204" pitchFamily="34" charset="0"/>
              </a:rPr>
              <a:t>Conclusion and Future Steps</a:t>
            </a:r>
          </a:p>
        </p:txBody>
      </p:sp>
      <p:sp>
        <p:nvSpPr>
          <p:cNvPr id="80" name="TextBox 79">
            <a:extLst>
              <a:ext uri="{FF2B5EF4-FFF2-40B4-BE49-F238E27FC236}">
                <a16:creationId xmlns:a16="http://schemas.microsoft.com/office/drawing/2014/main" id="{FBC95F13-B220-D657-CFB1-659567F5A090}"/>
              </a:ext>
            </a:extLst>
          </p:cNvPr>
          <p:cNvSpPr txBox="1"/>
          <p:nvPr/>
        </p:nvSpPr>
        <p:spPr>
          <a:xfrm>
            <a:off x="1475374" y="34185437"/>
            <a:ext cx="15640627" cy="2785378"/>
          </a:xfrm>
          <a:prstGeom prst="rect">
            <a:avLst/>
          </a:prstGeom>
          <a:noFill/>
        </p:spPr>
        <p:txBody>
          <a:bodyPr wrap="square" rtlCol="0">
            <a:spAutoFit/>
          </a:bodyPr>
          <a:lstStyle/>
          <a:p>
            <a:pPr marL="457200" indent="-457200" algn="just">
              <a:lnSpc>
                <a:spcPts val="4200"/>
              </a:lnSpc>
              <a:buFont typeface="Arial" panose="020B0604020202020204" pitchFamily="34" charset="0"/>
              <a:buChar char="•"/>
            </a:pPr>
            <a:r>
              <a:rPr lang="en-US" sz="3600" dirty="0">
                <a:latin typeface="Tahoma" panose="020B0604030504040204" pitchFamily="34" charset="0"/>
                <a:ea typeface="Tahoma" panose="020B0604030504040204" pitchFamily="34" charset="0"/>
                <a:cs typeface="Tahoma" panose="020B0604030504040204" pitchFamily="34" charset="0"/>
              </a:rPr>
              <a:t>Several mathematical growth models were tested to see which one better represents the tumor growth without treatment. The selected growth function will be the basis of the complete model.</a:t>
            </a:r>
          </a:p>
          <a:p>
            <a:pPr marL="457200" indent="-457200">
              <a:lnSpc>
                <a:spcPts val="4200"/>
              </a:lnSpc>
              <a:buFont typeface="Arial" panose="020B0604020202020204" pitchFamily="34" charset="0"/>
              <a:buChar char="•"/>
            </a:pPr>
            <a:r>
              <a:rPr lang="en-US" sz="3600" dirty="0">
                <a:latin typeface="Tahoma" panose="020B0604030504040204" pitchFamily="34" charset="0"/>
                <a:ea typeface="Tahoma" panose="020B0604030504040204" pitchFamily="34" charset="0"/>
                <a:cs typeface="Tahoma" panose="020B0604030504040204" pitchFamily="34" charset="0"/>
              </a:rPr>
              <a:t>AIC and BIC values were compared for each of the 7 models; Exponential model displayed the most consistent results across all PDX models.</a:t>
            </a:r>
          </a:p>
        </p:txBody>
      </p:sp>
      <p:sp>
        <p:nvSpPr>
          <p:cNvPr id="117" name="Rectangle 116">
            <a:extLst>
              <a:ext uri="{FF2B5EF4-FFF2-40B4-BE49-F238E27FC236}">
                <a16:creationId xmlns:a16="http://schemas.microsoft.com/office/drawing/2014/main" id="{37BDAA19-DC7D-7E36-94D0-74431CCF89DB}"/>
              </a:ext>
            </a:extLst>
          </p:cNvPr>
          <p:cNvSpPr/>
          <p:nvPr/>
        </p:nvSpPr>
        <p:spPr>
          <a:xfrm>
            <a:off x="34594441" y="8675157"/>
            <a:ext cx="15240000" cy="18208547"/>
          </a:xfrm>
          <a:prstGeom prst="rect">
            <a:avLst/>
          </a:prstGeom>
          <a:noFill/>
          <a:ln w="1016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118" name="Rectangle 117">
            <a:extLst>
              <a:ext uri="{FF2B5EF4-FFF2-40B4-BE49-F238E27FC236}">
                <a16:creationId xmlns:a16="http://schemas.microsoft.com/office/drawing/2014/main" id="{4B818BCC-1B3A-B632-63F8-DB182296E3DD}"/>
              </a:ext>
            </a:extLst>
          </p:cNvPr>
          <p:cNvSpPr/>
          <p:nvPr/>
        </p:nvSpPr>
        <p:spPr>
          <a:xfrm>
            <a:off x="34594441" y="8675159"/>
            <a:ext cx="15240000" cy="1288709"/>
          </a:xfrm>
          <a:prstGeom prst="rect">
            <a:avLst/>
          </a:prstGeom>
          <a:solidFill>
            <a:schemeClr val="accent1">
              <a:lumMod val="50000"/>
            </a:schemeClr>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0" b="1" spc="300" dirty="0">
                <a:latin typeface="Tahoma" panose="020B0604030504040204" pitchFamily="34" charset="0"/>
                <a:ea typeface="Tahoma" panose="020B0604030504040204" pitchFamily="34" charset="0"/>
                <a:cs typeface="Tahoma" panose="020B0604030504040204" pitchFamily="34" charset="0"/>
              </a:rPr>
              <a:t>Results</a:t>
            </a:r>
          </a:p>
        </p:txBody>
      </p:sp>
      <p:sp>
        <p:nvSpPr>
          <p:cNvPr id="119" name="Rectangle 118">
            <a:extLst>
              <a:ext uri="{FF2B5EF4-FFF2-40B4-BE49-F238E27FC236}">
                <a16:creationId xmlns:a16="http://schemas.microsoft.com/office/drawing/2014/main" id="{1150A153-FFD9-DF56-8A52-0703A096FC73}"/>
              </a:ext>
            </a:extLst>
          </p:cNvPr>
          <p:cNvSpPr/>
          <p:nvPr/>
        </p:nvSpPr>
        <p:spPr>
          <a:xfrm>
            <a:off x="34593383" y="33593927"/>
            <a:ext cx="15240000" cy="3782344"/>
          </a:xfrm>
          <a:prstGeom prst="rect">
            <a:avLst/>
          </a:prstGeom>
          <a:noFill/>
          <a:ln w="101600">
            <a:solidFill>
              <a:schemeClr val="accent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atin typeface="Tahoma" panose="020B0604030504040204" pitchFamily="34" charset="0"/>
              <a:ea typeface="Tahoma" panose="020B0604030504040204" pitchFamily="34" charset="0"/>
              <a:cs typeface="Tahoma" panose="020B0604030504040204" pitchFamily="34" charset="0"/>
            </a:endParaRPr>
          </a:p>
        </p:txBody>
      </p:sp>
      <p:sp>
        <p:nvSpPr>
          <p:cNvPr id="120" name="Rectangle 119">
            <a:extLst>
              <a:ext uri="{FF2B5EF4-FFF2-40B4-BE49-F238E27FC236}">
                <a16:creationId xmlns:a16="http://schemas.microsoft.com/office/drawing/2014/main" id="{007E17A3-6EE8-AAA8-317D-8923E7DFB084}"/>
              </a:ext>
            </a:extLst>
          </p:cNvPr>
          <p:cNvSpPr/>
          <p:nvPr/>
        </p:nvSpPr>
        <p:spPr>
          <a:xfrm>
            <a:off x="34593383" y="33606813"/>
            <a:ext cx="15240000" cy="1294765"/>
          </a:xfrm>
          <a:prstGeom prst="rect">
            <a:avLst/>
          </a:prstGeom>
          <a:solidFill>
            <a:schemeClr val="accent1">
              <a:lumMod val="50000"/>
            </a:schemeClr>
          </a:solidFill>
          <a:ln w="1016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5000" b="1" spc="300" dirty="0">
                <a:latin typeface="Tahoma" panose="020B0604030504040204" pitchFamily="34" charset="0"/>
                <a:ea typeface="Tahoma" panose="020B0604030504040204" pitchFamily="34" charset="0"/>
                <a:cs typeface="Tahoma" panose="020B0604030504040204" pitchFamily="34" charset="0"/>
              </a:rPr>
              <a:t>Acknowledgments</a:t>
            </a:r>
          </a:p>
        </p:txBody>
      </p:sp>
      <p:sp>
        <p:nvSpPr>
          <p:cNvPr id="12" name="TextBox 11">
            <a:extLst>
              <a:ext uri="{FF2B5EF4-FFF2-40B4-BE49-F238E27FC236}">
                <a16:creationId xmlns:a16="http://schemas.microsoft.com/office/drawing/2014/main" id="{0E3E8C45-1AE6-140F-32BF-C7567D878C54}"/>
              </a:ext>
            </a:extLst>
          </p:cNvPr>
          <p:cNvSpPr txBox="1"/>
          <p:nvPr/>
        </p:nvSpPr>
        <p:spPr>
          <a:xfrm>
            <a:off x="9184844" y="18622364"/>
            <a:ext cx="7496250" cy="3862596"/>
          </a:xfrm>
          <a:prstGeom prst="rect">
            <a:avLst/>
          </a:prstGeom>
          <a:noFill/>
        </p:spPr>
        <p:txBody>
          <a:bodyPr wrap="square" rtlCol="0">
            <a:spAutoFit/>
          </a:bodyPr>
          <a:lstStyle/>
          <a:p>
            <a:pPr marL="457200" indent="-457200" algn="just">
              <a:lnSpc>
                <a:spcPts val="4200"/>
              </a:lnSpc>
              <a:buFont typeface="Arial" panose="020B0604020202020204" pitchFamily="34" charset="0"/>
              <a:buChar char="•"/>
            </a:pPr>
            <a:r>
              <a:rPr lang="en-US" sz="3600" dirty="0">
                <a:latin typeface="Tahoma" panose="020B0604030504040204" pitchFamily="34" charset="0"/>
                <a:ea typeface="Tahoma" panose="020B0604030504040204" pitchFamily="34" charset="0"/>
                <a:cs typeface="Tahoma" panose="020B0604030504040204" pitchFamily="34" charset="0"/>
              </a:rPr>
              <a:t>Longitudinal changes in tumor size were measured via calipers from twelve mice for each of the seven patient-derived xenografts</a:t>
            </a:r>
          </a:p>
          <a:p>
            <a:pPr marL="457200" indent="-457200" algn="just">
              <a:lnSpc>
                <a:spcPts val="4200"/>
              </a:lnSpc>
              <a:buFont typeface="Arial" panose="020B0604020202020204" pitchFamily="34" charset="0"/>
              <a:buChar char="•"/>
            </a:pPr>
            <a:r>
              <a:rPr lang="en-US" sz="3600" dirty="0">
                <a:latin typeface="Tahoma" panose="020B0604030504040204" pitchFamily="34" charset="0"/>
                <a:ea typeface="Tahoma" panose="020B0604030504040204" pitchFamily="34" charset="0"/>
                <a:cs typeface="Tahoma" panose="020B0604030504040204" pitchFamily="34" charset="0"/>
              </a:rPr>
              <a:t>Divided into three different groups: Control, 1-week treatment, and 4-week treatment</a:t>
            </a:r>
          </a:p>
        </p:txBody>
      </p:sp>
      <p:sp>
        <p:nvSpPr>
          <p:cNvPr id="56" name="TextBox 55">
            <a:extLst>
              <a:ext uri="{FF2B5EF4-FFF2-40B4-BE49-F238E27FC236}">
                <a16:creationId xmlns:a16="http://schemas.microsoft.com/office/drawing/2014/main" id="{A5FB6AC3-A7D5-2669-DBAD-D81BF97D722B}"/>
              </a:ext>
            </a:extLst>
          </p:cNvPr>
          <p:cNvSpPr txBox="1"/>
          <p:nvPr/>
        </p:nvSpPr>
        <p:spPr>
          <a:xfrm>
            <a:off x="26571347" y="10796141"/>
            <a:ext cx="5977368" cy="2303066"/>
          </a:xfrm>
          <a:prstGeom prst="rect">
            <a:avLst/>
          </a:prstGeom>
          <a:noFill/>
        </p:spPr>
        <p:txBody>
          <a:bodyPr wrap="square" rtlCol="0">
            <a:spAutoFit/>
          </a:bodyPr>
          <a:lstStyle/>
          <a:p>
            <a:pPr marL="457200" indent="-457200" algn="just">
              <a:lnSpc>
                <a:spcPts val="4400"/>
              </a:lnSpc>
              <a:buFont typeface="Arial" panose="020B0604020202020204" pitchFamily="34" charset="0"/>
              <a:buChar char="•"/>
            </a:pPr>
            <a:r>
              <a:rPr lang="en-US" sz="3600" dirty="0">
                <a:latin typeface="Tahoma" panose="020B0604030504040204" pitchFamily="34" charset="0"/>
                <a:ea typeface="Tahoma" panose="020B0604030504040204" pitchFamily="34" charset="0"/>
                <a:cs typeface="Tahoma" panose="020B0604030504040204" pitchFamily="34" charset="0"/>
              </a:rPr>
              <a:t>Exponential model control based on the PDX-specific calibration displays strong correlation</a:t>
            </a:r>
          </a:p>
        </p:txBody>
      </p:sp>
      <p:pic>
        <p:nvPicPr>
          <p:cNvPr id="81" name="Picture 80">
            <a:extLst>
              <a:ext uri="{FF2B5EF4-FFF2-40B4-BE49-F238E27FC236}">
                <a16:creationId xmlns:a16="http://schemas.microsoft.com/office/drawing/2014/main" id="{B02FC7CB-B357-F582-9D95-4425C8151B27}"/>
              </a:ext>
            </a:extLst>
          </p:cNvPr>
          <p:cNvPicPr>
            <a:picLocks noChangeAspect="1"/>
          </p:cNvPicPr>
          <p:nvPr/>
        </p:nvPicPr>
        <p:blipFill>
          <a:blip r:embed="rId4"/>
          <a:stretch>
            <a:fillRect/>
          </a:stretch>
        </p:blipFill>
        <p:spPr>
          <a:xfrm>
            <a:off x="37694851" y="3308854"/>
            <a:ext cx="5561191" cy="2320497"/>
          </a:xfrm>
          <a:prstGeom prst="rect">
            <a:avLst/>
          </a:prstGeom>
        </p:spPr>
      </p:pic>
      <p:sp>
        <p:nvSpPr>
          <p:cNvPr id="92" name="TextBox 91">
            <a:extLst>
              <a:ext uri="{FF2B5EF4-FFF2-40B4-BE49-F238E27FC236}">
                <a16:creationId xmlns:a16="http://schemas.microsoft.com/office/drawing/2014/main" id="{43667E14-F823-040F-ED3A-09225D354C2A}"/>
              </a:ext>
            </a:extLst>
          </p:cNvPr>
          <p:cNvSpPr txBox="1"/>
          <p:nvPr/>
        </p:nvSpPr>
        <p:spPr>
          <a:xfrm>
            <a:off x="34985496" y="28988434"/>
            <a:ext cx="14554041" cy="3812197"/>
          </a:xfrm>
          <a:prstGeom prst="rect">
            <a:avLst/>
          </a:prstGeom>
          <a:noFill/>
        </p:spPr>
        <p:txBody>
          <a:bodyPr wrap="square" rtlCol="0">
            <a:spAutoFit/>
          </a:bodyPr>
          <a:lstStyle/>
          <a:p>
            <a:pPr marL="457200" indent="-457200" algn="just">
              <a:lnSpc>
                <a:spcPts val="4200"/>
              </a:lnSpc>
              <a:buFont typeface="Arial" panose="020B0604020202020204" pitchFamily="34" charset="0"/>
              <a:buChar char="•"/>
            </a:pPr>
            <a:r>
              <a:rPr lang="en-US" sz="3200" dirty="0">
                <a:latin typeface="Tahoma" panose="020B0604030504040204" pitchFamily="34" charset="0"/>
                <a:ea typeface="Tahoma" panose="020B0604030504040204" pitchFamily="34" charset="0"/>
                <a:cs typeface="Tahoma" panose="020B0604030504040204" pitchFamily="34" charset="0"/>
              </a:rPr>
              <a:t>Our calibrated mathematical model fits the experimental data well and allows for an accurate prediction of whether the PDX will respond to the drug combination or not within 18 days</a:t>
            </a:r>
          </a:p>
          <a:p>
            <a:pPr marL="457200" indent="-457200" algn="just">
              <a:lnSpc>
                <a:spcPts val="4200"/>
              </a:lnSpc>
              <a:buFont typeface="Arial" panose="020B0604020202020204" pitchFamily="34" charset="0"/>
              <a:buChar char="•"/>
            </a:pPr>
            <a:r>
              <a:rPr lang="en-US" sz="3200" dirty="0">
                <a:latin typeface="Tahoma" panose="020B0604030504040204" pitchFamily="34" charset="0"/>
                <a:ea typeface="Tahoma" panose="020B0604030504040204" pitchFamily="34" charset="0"/>
                <a:cs typeface="Tahoma" panose="020B0604030504040204" pitchFamily="34" charset="0"/>
              </a:rPr>
              <a:t>Ultimately, this prediction model will aid healthcare providers in making decisions regarding the treatment course of cancer patients; early detection of a potentially failing treatment plan allows physicians to change the drug administered for a better chance of cancer survival. </a:t>
            </a:r>
          </a:p>
        </p:txBody>
      </p:sp>
      <p:sp>
        <p:nvSpPr>
          <p:cNvPr id="96" name="TextBox 95">
            <a:extLst>
              <a:ext uri="{FF2B5EF4-FFF2-40B4-BE49-F238E27FC236}">
                <a16:creationId xmlns:a16="http://schemas.microsoft.com/office/drawing/2014/main" id="{BFFE705F-29B6-2729-7C00-FC3717FCD038}"/>
              </a:ext>
            </a:extLst>
          </p:cNvPr>
          <p:cNvSpPr txBox="1"/>
          <p:nvPr/>
        </p:nvSpPr>
        <p:spPr>
          <a:xfrm>
            <a:off x="34951064" y="34990071"/>
            <a:ext cx="14562847" cy="2196370"/>
          </a:xfrm>
          <a:prstGeom prst="rect">
            <a:avLst/>
          </a:prstGeom>
          <a:noFill/>
        </p:spPr>
        <p:txBody>
          <a:bodyPr wrap="square" rtlCol="0">
            <a:spAutoFit/>
          </a:bodyPr>
          <a:lstStyle/>
          <a:p>
            <a:pPr marL="457200" indent="-457200" algn="just">
              <a:lnSpc>
                <a:spcPts val="4200"/>
              </a:lnSpc>
              <a:buFont typeface="Arial" panose="020B0604020202020204" pitchFamily="34" charset="0"/>
              <a:buChar char="•"/>
            </a:pPr>
            <a:r>
              <a:rPr lang="en-US" sz="3200" dirty="0">
                <a:latin typeface="Tahoma" panose="020B0604030504040204" pitchFamily="34" charset="0"/>
                <a:ea typeface="Tahoma" panose="020B0604030504040204" pitchFamily="34" charset="0"/>
                <a:cs typeface="Tahoma" panose="020B0604030504040204" pitchFamily="34" charset="0"/>
              </a:rPr>
              <a:t>The authors acknowledge the Dan L. Duncan Comprehensive Cancer Center at Baylor College of Medicine for providing PDX data.</a:t>
            </a:r>
          </a:p>
          <a:p>
            <a:pPr marL="457200" indent="-457200" algn="just">
              <a:lnSpc>
                <a:spcPts val="4200"/>
              </a:lnSpc>
              <a:buFont typeface="Arial" panose="020B0604020202020204" pitchFamily="34" charset="0"/>
              <a:buChar char="•"/>
            </a:pPr>
            <a:r>
              <a:rPr lang="en-US" sz="3200" dirty="0">
                <a:latin typeface="Tahoma" panose="020B0604030504040204" pitchFamily="34" charset="0"/>
                <a:ea typeface="Tahoma" panose="020B0604030504040204" pitchFamily="34" charset="0"/>
                <a:cs typeface="Tahoma" panose="020B0604030504040204" pitchFamily="34" charset="0"/>
              </a:rPr>
              <a:t>The authors acknowledge the Texas Advanced Computing Center (TACC) at The University of Texas at Austin for providing HPC resources.</a:t>
            </a:r>
          </a:p>
        </p:txBody>
      </p:sp>
      <p:pic>
        <p:nvPicPr>
          <p:cNvPr id="99" name="Picture 98" descr="A black background with blue text&#10;&#10;Description automatically generated">
            <a:extLst>
              <a:ext uri="{FF2B5EF4-FFF2-40B4-BE49-F238E27FC236}">
                <a16:creationId xmlns:a16="http://schemas.microsoft.com/office/drawing/2014/main" id="{9AD57078-4245-FC94-0299-45FDD340692E}"/>
              </a:ext>
            </a:extLst>
          </p:cNvPr>
          <p:cNvPicPr>
            <a:picLocks noChangeAspect="1"/>
          </p:cNvPicPr>
          <p:nvPr/>
        </p:nvPicPr>
        <p:blipFill>
          <a:blip r:embed="rId5"/>
          <a:stretch>
            <a:fillRect/>
          </a:stretch>
        </p:blipFill>
        <p:spPr>
          <a:xfrm>
            <a:off x="43839434" y="3429015"/>
            <a:ext cx="6843185" cy="1876328"/>
          </a:xfrm>
          <a:prstGeom prst="rect">
            <a:avLst/>
          </a:prstGeom>
        </p:spPr>
      </p:pic>
      <p:pic>
        <p:nvPicPr>
          <p:cNvPr id="101" name="Picture 100" descr="A blue and red logo with a white star and a red and white letter&#10;&#10;Description automatically generated">
            <a:extLst>
              <a:ext uri="{FF2B5EF4-FFF2-40B4-BE49-F238E27FC236}">
                <a16:creationId xmlns:a16="http://schemas.microsoft.com/office/drawing/2014/main" id="{3E6E10FB-A4A1-0EBA-E0E8-62DF6535748F}"/>
              </a:ext>
            </a:extLst>
          </p:cNvPr>
          <p:cNvPicPr>
            <a:picLocks noChangeAspect="1"/>
          </p:cNvPicPr>
          <p:nvPr/>
        </p:nvPicPr>
        <p:blipFill>
          <a:blip r:embed="rId6"/>
          <a:stretch>
            <a:fillRect/>
          </a:stretch>
        </p:blipFill>
        <p:spPr>
          <a:xfrm>
            <a:off x="43839434" y="5696433"/>
            <a:ext cx="6191308" cy="2379589"/>
          </a:xfrm>
          <a:prstGeom prst="rect">
            <a:avLst/>
          </a:prstGeom>
        </p:spPr>
      </p:pic>
      <p:sp>
        <p:nvSpPr>
          <p:cNvPr id="21" name="TextBox 20">
            <a:extLst>
              <a:ext uri="{FF2B5EF4-FFF2-40B4-BE49-F238E27FC236}">
                <a16:creationId xmlns:a16="http://schemas.microsoft.com/office/drawing/2014/main" id="{F732BB22-1E70-0C02-DC11-2E7200440468}"/>
              </a:ext>
            </a:extLst>
          </p:cNvPr>
          <p:cNvSpPr txBox="1"/>
          <p:nvPr/>
        </p:nvSpPr>
        <p:spPr>
          <a:xfrm>
            <a:off x="35096537" y="23642057"/>
            <a:ext cx="14235808" cy="1738809"/>
          </a:xfrm>
          <a:prstGeom prst="rect">
            <a:avLst/>
          </a:prstGeom>
          <a:noFill/>
        </p:spPr>
        <p:txBody>
          <a:bodyPr wrap="square" rtlCol="0">
            <a:spAutoFit/>
          </a:bodyPr>
          <a:lstStyle/>
          <a:p>
            <a:pPr marL="457200" indent="-457200" algn="just">
              <a:lnSpc>
                <a:spcPts val="4400"/>
              </a:lnSpc>
              <a:buFont typeface="Arial" panose="020B0604020202020204" pitchFamily="34" charset="0"/>
              <a:buChar char="•"/>
            </a:pPr>
            <a:r>
              <a:rPr lang="en-US" sz="3600" dirty="0">
                <a:latin typeface="Tahoma" panose="020B0604030504040204" pitchFamily="34" charset="0"/>
                <a:ea typeface="Tahoma" panose="020B0604030504040204" pitchFamily="34" charset="0"/>
                <a:cs typeface="Tahoma" panose="020B0604030504040204" pitchFamily="34" charset="0"/>
              </a:rPr>
              <a:t>Mouse-specific designation as responder or non-responder corroborates that 6 data points/18 days is sufficient to accurately predict tumor response to Paclitaxel + Carboplatin</a:t>
            </a:r>
          </a:p>
        </p:txBody>
      </p:sp>
      <p:pic>
        <p:nvPicPr>
          <p:cNvPr id="14" name="Picture 13">
            <a:extLst>
              <a:ext uri="{FF2B5EF4-FFF2-40B4-BE49-F238E27FC236}">
                <a16:creationId xmlns:a16="http://schemas.microsoft.com/office/drawing/2014/main" id="{723DFDE6-AE8E-C525-6637-37B6D540AC87}"/>
              </a:ext>
            </a:extLst>
          </p:cNvPr>
          <p:cNvPicPr>
            <a:picLocks noChangeAspect="1"/>
          </p:cNvPicPr>
          <p:nvPr/>
        </p:nvPicPr>
        <p:blipFill>
          <a:blip r:embed="rId7"/>
          <a:stretch>
            <a:fillRect/>
          </a:stretch>
        </p:blipFill>
        <p:spPr>
          <a:xfrm>
            <a:off x="37663719" y="5809769"/>
            <a:ext cx="5623456" cy="2400657"/>
          </a:xfrm>
          <a:prstGeom prst="rect">
            <a:avLst/>
          </a:prstGeom>
        </p:spPr>
      </p:pic>
      <p:pic>
        <p:nvPicPr>
          <p:cNvPr id="22" name="Graphic 21" descr="Man with solid fill">
            <a:extLst>
              <a:ext uri="{FF2B5EF4-FFF2-40B4-BE49-F238E27FC236}">
                <a16:creationId xmlns:a16="http://schemas.microsoft.com/office/drawing/2014/main" id="{B65A3E08-4EFE-CE00-E23E-A8A485B01A3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007519" y="18238499"/>
            <a:ext cx="914400" cy="914400"/>
          </a:xfrm>
          <a:prstGeom prst="rect">
            <a:avLst/>
          </a:prstGeom>
        </p:spPr>
      </p:pic>
      <p:pic>
        <p:nvPicPr>
          <p:cNvPr id="23" name="Graphic 22" descr="Man with solid fill">
            <a:extLst>
              <a:ext uri="{FF2B5EF4-FFF2-40B4-BE49-F238E27FC236}">
                <a16:creationId xmlns:a16="http://schemas.microsoft.com/office/drawing/2014/main" id="{3A6E529B-4FC0-C648-0667-9A6D6707E1A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2550319" y="18242036"/>
            <a:ext cx="914400" cy="914400"/>
          </a:xfrm>
          <a:prstGeom prst="rect">
            <a:avLst/>
          </a:prstGeom>
        </p:spPr>
      </p:pic>
      <p:pic>
        <p:nvPicPr>
          <p:cNvPr id="24" name="Graphic 23" descr="Man with solid fill">
            <a:extLst>
              <a:ext uri="{FF2B5EF4-FFF2-40B4-BE49-F238E27FC236}">
                <a16:creationId xmlns:a16="http://schemas.microsoft.com/office/drawing/2014/main" id="{A9B5C2D4-CC26-2173-37A0-9C90480F188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833890" y="18222168"/>
            <a:ext cx="914400" cy="914400"/>
          </a:xfrm>
          <a:prstGeom prst="rect">
            <a:avLst/>
          </a:prstGeom>
        </p:spPr>
      </p:pic>
      <p:pic>
        <p:nvPicPr>
          <p:cNvPr id="25" name="Graphic 24" descr="Man with solid fill">
            <a:extLst>
              <a:ext uri="{FF2B5EF4-FFF2-40B4-BE49-F238E27FC236}">
                <a16:creationId xmlns:a16="http://schemas.microsoft.com/office/drawing/2014/main" id="{E78372DD-37E1-802E-6D44-DD1891E80ED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455207" y="18242036"/>
            <a:ext cx="914400" cy="914400"/>
          </a:xfrm>
          <a:prstGeom prst="rect">
            <a:avLst/>
          </a:prstGeom>
        </p:spPr>
      </p:pic>
      <p:pic>
        <p:nvPicPr>
          <p:cNvPr id="26" name="Graphic 25" descr="Man with solid fill">
            <a:extLst>
              <a:ext uri="{FF2B5EF4-FFF2-40B4-BE49-F238E27FC236}">
                <a16:creationId xmlns:a16="http://schemas.microsoft.com/office/drawing/2014/main" id="{1CD95A19-9B73-0794-406E-33B96924D35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924515" y="18234216"/>
            <a:ext cx="914400" cy="914400"/>
          </a:xfrm>
          <a:prstGeom prst="rect">
            <a:avLst/>
          </a:prstGeom>
        </p:spPr>
      </p:pic>
      <p:pic>
        <p:nvPicPr>
          <p:cNvPr id="28" name="Graphic 27" descr="Man with solid fill">
            <a:extLst>
              <a:ext uri="{FF2B5EF4-FFF2-40B4-BE49-F238E27FC236}">
                <a16:creationId xmlns:a16="http://schemas.microsoft.com/office/drawing/2014/main" id="{D2A6EA02-6304-3160-8313-3D35FAF9831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4373715" y="18226396"/>
            <a:ext cx="914400" cy="914400"/>
          </a:xfrm>
          <a:prstGeom prst="rect">
            <a:avLst/>
          </a:prstGeom>
        </p:spPr>
      </p:pic>
      <p:pic>
        <p:nvPicPr>
          <p:cNvPr id="31" name="Graphic 30" descr="Man with solid fill">
            <a:extLst>
              <a:ext uri="{FF2B5EF4-FFF2-40B4-BE49-F238E27FC236}">
                <a16:creationId xmlns:a16="http://schemas.microsoft.com/office/drawing/2014/main" id="{A028BBE5-6F55-56D9-6086-969AFD1460E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284789" y="18226396"/>
            <a:ext cx="914400" cy="914400"/>
          </a:xfrm>
          <a:prstGeom prst="rect">
            <a:avLst/>
          </a:prstGeom>
        </p:spPr>
      </p:pic>
      <p:pic>
        <p:nvPicPr>
          <p:cNvPr id="40" name="Graphic 39" descr="Arrow: Straight with solid fill">
            <a:extLst>
              <a:ext uri="{FF2B5EF4-FFF2-40B4-BE49-F238E27FC236}">
                <a16:creationId xmlns:a16="http://schemas.microsoft.com/office/drawing/2014/main" id="{23AFDAAA-9AF9-F9DF-A09D-08E775263F9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rot="16200000">
            <a:off x="3924515" y="19495215"/>
            <a:ext cx="914400" cy="914400"/>
          </a:xfrm>
          <a:prstGeom prst="rect">
            <a:avLst/>
          </a:prstGeom>
        </p:spPr>
      </p:pic>
      <p:pic>
        <p:nvPicPr>
          <p:cNvPr id="62" name="Graphic 61" descr="Rat outline">
            <a:extLst>
              <a:ext uri="{FF2B5EF4-FFF2-40B4-BE49-F238E27FC236}">
                <a16:creationId xmlns:a16="http://schemas.microsoft.com/office/drawing/2014/main" id="{82FAEE57-B6CE-2808-6B26-B71B96960A3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826360" y="20658492"/>
            <a:ext cx="914400" cy="914400"/>
          </a:xfrm>
          <a:prstGeom prst="rect">
            <a:avLst/>
          </a:prstGeom>
        </p:spPr>
      </p:pic>
      <p:pic>
        <p:nvPicPr>
          <p:cNvPr id="65" name="Graphic 64" descr="Rat outline">
            <a:extLst>
              <a:ext uri="{FF2B5EF4-FFF2-40B4-BE49-F238E27FC236}">
                <a16:creationId xmlns:a16="http://schemas.microsoft.com/office/drawing/2014/main" id="{F6B01E45-5849-3336-FD22-8DD827C8728E}"/>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2708349" y="20654955"/>
            <a:ext cx="914400" cy="914400"/>
          </a:xfrm>
          <a:prstGeom prst="rect">
            <a:avLst/>
          </a:prstGeom>
        </p:spPr>
      </p:pic>
      <p:pic>
        <p:nvPicPr>
          <p:cNvPr id="66" name="Graphic 65" descr="Rat outline">
            <a:extLst>
              <a:ext uri="{FF2B5EF4-FFF2-40B4-BE49-F238E27FC236}">
                <a16:creationId xmlns:a16="http://schemas.microsoft.com/office/drawing/2014/main" id="{6F90E68F-CAB4-7691-0665-26CE1E916CF2}"/>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3587828" y="20664127"/>
            <a:ext cx="914400" cy="914400"/>
          </a:xfrm>
          <a:prstGeom prst="rect">
            <a:avLst/>
          </a:prstGeom>
        </p:spPr>
      </p:pic>
      <p:pic>
        <p:nvPicPr>
          <p:cNvPr id="68" name="Graphic 67" descr="Rat outline">
            <a:extLst>
              <a:ext uri="{FF2B5EF4-FFF2-40B4-BE49-F238E27FC236}">
                <a16:creationId xmlns:a16="http://schemas.microsoft.com/office/drawing/2014/main" id="{432FD952-22C5-6E24-24D7-3A6FC529C906}"/>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4499430" y="20676210"/>
            <a:ext cx="914400" cy="914400"/>
          </a:xfrm>
          <a:prstGeom prst="rect">
            <a:avLst/>
          </a:prstGeom>
        </p:spPr>
      </p:pic>
      <p:pic>
        <p:nvPicPr>
          <p:cNvPr id="69" name="Graphic 68" descr="Rat outline">
            <a:extLst>
              <a:ext uri="{FF2B5EF4-FFF2-40B4-BE49-F238E27FC236}">
                <a16:creationId xmlns:a16="http://schemas.microsoft.com/office/drawing/2014/main" id="{FE991217-47B8-A4A7-CE5D-F45996C2053F}"/>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433684" y="20684030"/>
            <a:ext cx="914400" cy="914400"/>
          </a:xfrm>
          <a:prstGeom prst="rect">
            <a:avLst/>
          </a:prstGeom>
        </p:spPr>
      </p:pic>
      <p:pic>
        <p:nvPicPr>
          <p:cNvPr id="71" name="Graphic 70" descr="Rat outline">
            <a:extLst>
              <a:ext uri="{FF2B5EF4-FFF2-40B4-BE49-F238E27FC236}">
                <a16:creationId xmlns:a16="http://schemas.microsoft.com/office/drawing/2014/main" id="{4FC1B534-234F-0ACF-D6E5-64444ECCF791}"/>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6363503" y="20666024"/>
            <a:ext cx="914400" cy="914400"/>
          </a:xfrm>
          <a:prstGeom prst="rect">
            <a:avLst/>
          </a:prstGeom>
        </p:spPr>
      </p:pic>
      <p:sp>
        <p:nvSpPr>
          <p:cNvPr id="78" name="TextBox 77">
            <a:extLst>
              <a:ext uri="{FF2B5EF4-FFF2-40B4-BE49-F238E27FC236}">
                <a16:creationId xmlns:a16="http://schemas.microsoft.com/office/drawing/2014/main" id="{521CD187-05D6-9E69-920A-89DBCE3B78DE}"/>
              </a:ext>
            </a:extLst>
          </p:cNvPr>
          <p:cNvSpPr txBox="1"/>
          <p:nvPr/>
        </p:nvSpPr>
        <p:spPr>
          <a:xfrm>
            <a:off x="6110596" y="18575947"/>
            <a:ext cx="1525589" cy="400110"/>
          </a:xfrm>
          <a:prstGeom prst="rect">
            <a:avLst/>
          </a:prstGeom>
          <a:noFill/>
        </p:spPr>
        <p:txBody>
          <a:bodyPr wrap="square">
            <a:spAutoFit/>
          </a:bodyPr>
          <a:lstStyle/>
          <a:p>
            <a:r>
              <a:rPr lang="en-US" sz="2000" dirty="0">
                <a:latin typeface="Tahoma" panose="020B0604030504040204" pitchFamily="34" charset="0"/>
                <a:ea typeface="Tahoma" panose="020B0604030504040204" pitchFamily="34" charset="0"/>
                <a:cs typeface="Tahoma" panose="020B0604030504040204" pitchFamily="34" charset="0"/>
              </a:rPr>
              <a:t>7 patients</a:t>
            </a:r>
          </a:p>
        </p:txBody>
      </p:sp>
      <p:sp>
        <p:nvSpPr>
          <p:cNvPr id="79" name="TextBox 78">
            <a:extLst>
              <a:ext uri="{FF2B5EF4-FFF2-40B4-BE49-F238E27FC236}">
                <a16:creationId xmlns:a16="http://schemas.microsoft.com/office/drawing/2014/main" id="{FFC4CBD1-6B61-2034-D8E6-E963715A0926}"/>
              </a:ext>
            </a:extLst>
          </p:cNvPr>
          <p:cNvSpPr txBox="1"/>
          <p:nvPr/>
        </p:nvSpPr>
        <p:spPr>
          <a:xfrm>
            <a:off x="7338828" y="20959527"/>
            <a:ext cx="1525589" cy="400110"/>
          </a:xfrm>
          <a:prstGeom prst="rect">
            <a:avLst/>
          </a:prstGeom>
          <a:noFill/>
        </p:spPr>
        <p:txBody>
          <a:bodyPr wrap="square">
            <a:spAutoFit/>
          </a:bodyPr>
          <a:lstStyle/>
          <a:p>
            <a:r>
              <a:rPr lang="en-US" sz="2000" dirty="0">
                <a:latin typeface="Tahoma" panose="020B0604030504040204" pitchFamily="34" charset="0"/>
                <a:ea typeface="Tahoma" panose="020B0604030504040204" pitchFamily="34" charset="0"/>
                <a:cs typeface="Tahoma" panose="020B0604030504040204" pitchFamily="34" charset="0"/>
              </a:rPr>
              <a:t>12 mice</a:t>
            </a:r>
          </a:p>
        </p:txBody>
      </p:sp>
      <p:graphicFrame>
        <p:nvGraphicFramePr>
          <p:cNvPr id="87" name="Table 86">
            <a:extLst>
              <a:ext uri="{FF2B5EF4-FFF2-40B4-BE49-F238E27FC236}">
                <a16:creationId xmlns:a16="http://schemas.microsoft.com/office/drawing/2014/main" id="{B1E09D07-61CA-8058-5032-D958B4B10BC1}"/>
              </a:ext>
            </a:extLst>
          </p:cNvPr>
          <p:cNvGraphicFramePr>
            <a:graphicFrameLocks noGrp="1"/>
          </p:cNvGraphicFramePr>
          <p:nvPr>
            <p:extLst>
              <p:ext uri="{D42A27DB-BD31-4B8C-83A1-F6EECF244321}">
                <p14:modId xmlns:p14="http://schemas.microsoft.com/office/powerpoint/2010/main" val="2839004492"/>
              </p:ext>
            </p:extLst>
          </p:nvPr>
        </p:nvGraphicFramePr>
        <p:xfrm>
          <a:off x="2047690" y="21720238"/>
          <a:ext cx="5817879" cy="1627632"/>
        </p:xfrm>
        <a:graphic>
          <a:graphicData uri="http://schemas.openxmlformats.org/drawingml/2006/table">
            <a:tbl>
              <a:tblPr firstRow="1" bandRow="1">
                <a:tableStyleId>{5C22544A-7EE6-4342-B048-85BDC9FD1C3A}</a:tableStyleId>
              </a:tblPr>
              <a:tblGrid>
                <a:gridCol w="1939293">
                  <a:extLst>
                    <a:ext uri="{9D8B030D-6E8A-4147-A177-3AD203B41FA5}">
                      <a16:colId xmlns:a16="http://schemas.microsoft.com/office/drawing/2014/main" val="437814412"/>
                    </a:ext>
                  </a:extLst>
                </a:gridCol>
                <a:gridCol w="1939293">
                  <a:extLst>
                    <a:ext uri="{9D8B030D-6E8A-4147-A177-3AD203B41FA5}">
                      <a16:colId xmlns:a16="http://schemas.microsoft.com/office/drawing/2014/main" val="338317418"/>
                    </a:ext>
                  </a:extLst>
                </a:gridCol>
                <a:gridCol w="1939293">
                  <a:extLst>
                    <a:ext uri="{9D8B030D-6E8A-4147-A177-3AD203B41FA5}">
                      <a16:colId xmlns:a16="http://schemas.microsoft.com/office/drawing/2014/main" val="3503441296"/>
                    </a:ext>
                  </a:extLst>
                </a:gridCol>
              </a:tblGrid>
              <a:tr h="1283268">
                <a:tc>
                  <a:txBody>
                    <a:bodyPr/>
                    <a:lstStyle/>
                    <a:p>
                      <a:endParaRPr lang="en-US" dirty="0"/>
                    </a:p>
                  </a:txBody>
                  <a:tcPr>
                    <a:solidFill>
                      <a:schemeClr val="accent2">
                        <a:lumMod val="75000"/>
                      </a:schemeClr>
                    </a:solidFill>
                  </a:tcPr>
                </a:tc>
                <a:tc>
                  <a:txBody>
                    <a:bodyPr/>
                    <a:lstStyle/>
                    <a:p>
                      <a:endParaRPr lang="en-US" dirty="0"/>
                    </a:p>
                  </a:txBody>
                  <a:tcPr>
                    <a:solidFill>
                      <a:schemeClr val="accent2">
                        <a:lumMod val="75000"/>
                      </a:schemeClr>
                    </a:solidFill>
                  </a:tcPr>
                </a:tc>
                <a:tc>
                  <a:txBody>
                    <a:bodyPr/>
                    <a:lstStyle/>
                    <a:p>
                      <a:endParaRPr lang="en-US" dirty="0"/>
                    </a:p>
                  </a:txBody>
                  <a:tcPr>
                    <a:solidFill>
                      <a:schemeClr val="accent2">
                        <a:lumMod val="75000"/>
                      </a:schemeClr>
                    </a:solidFill>
                  </a:tcPr>
                </a:tc>
                <a:extLst>
                  <a:ext uri="{0D108BD9-81ED-4DB2-BD59-A6C34878D82A}">
                    <a16:rowId xmlns:a16="http://schemas.microsoft.com/office/drawing/2014/main" val="1624785445"/>
                  </a:ext>
                </a:extLst>
              </a:tr>
            </a:tbl>
          </a:graphicData>
        </a:graphic>
      </p:graphicFrame>
      <p:sp>
        <p:nvSpPr>
          <p:cNvPr id="88" name="TextBox 87">
            <a:extLst>
              <a:ext uri="{FF2B5EF4-FFF2-40B4-BE49-F238E27FC236}">
                <a16:creationId xmlns:a16="http://schemas.microsoft.com/office/drawing/2014/main" id="{04BE3677-9CE6-9842-DE64-4987BC9B2A4A}"/>
              </a:ext>
            </a:extLst>
          </p:cNvPr>
          <p:cNvSpPr txBox="1"/>
          <p:nvPr/>
        </p:nvSpPr>
        <p:spPr>
          <a:xfrm>
            <a:off x="2244724" y="22062390"/>
            <a:ext cx="1525589" cy="400110"/>
          </a:xfrm>
          <a:prstGeom prst="rect">
            <a:avLst/>
          </a:prstGeom>
          <a:noFill/>
        </p:spPr>
        <p:txBody>
          <a:bodyPr wrap="square">
            <a:spAutoFit/>
          </a:bodyPr>
          <a:lstStyle/>
          <a:p>
            <a:pPr algn="ctr"/>
            <a:r>
              <a:rPr lang="en-US" sz="2000" b="1" dirty="0">
                <a:solidFill>
                  <a:schemeClr val="bg1"/>
                </a:solidFill>
                <a:latin typeface="Tahoma" panose="020B0604030504040204" pitchFamily="34" charset="0"/>
                <a:ea typeface="Tahoma" panose="020B0604030504040204" pitchFamily="34" charset="0"/>
                <a:cs typeface="Tahoma" panose="020B0604030504040204" pitchFamily="34" charset="0"/>
              </a:rPr>
              <a:t>Control</a:t>
            </a:r>
          </a:p>
        </p:txBody>
      </p:sp>
      <p:sp>
        <p:nvSpPr>
          <p:cNvPr id="89" name="TextBox 88">
            <a:extLst>
              <a:ext uri="{FF2B5EF4-FFF2-40B4-BE49-F238E27FC236}">
                <a16:creationId xmlns:a16="http://schemas.microsoft.com/office/drawing/2014/main" id="{502EC4B9-4D00-C886-987E-916B71F8F06D}"/>
              </a:ext>
            </a:extLst>
          </p:cNvPr>
          <p:cNvSpPr txBox="1"/>
          <p:nvPr/>
        </p:nvSpPr>
        <p:spPr>
          <a:xfrm>
            <a:off x="4176853" y="21905686"/>
            <a:ext cx="1525589" cy="707886"/>
          </a:xfrm>
          <a:prstGeom prst="rect">
            <a:avLst/>
          </a:prstGeom>
          <a:noFill/>
        </p:spPr>
        <p:txBody>
          <a:bodyPr wrap="square">
            <a:spAutoFit/>
          </a:bodyPr>
          <a:lstStyle/>
          <a:p>
            <a:pPr algn="ctr"/>
            <a:r>
              <a:rPr lang="en-US" sz="2000" b="1" dirty="0">
                <a:solidFill>
                  <a:schemeClr val="bg1"/>
                </a:solidFill>
                <a:latin typeface="Tahoma" panose="020B0604030504040204" pitchFamily="34" charset="0"/>
                <a:ea typeface="Tahoma" panose="020B0604030504040204" pitchFamily="34" charset="0"/>
                <a:cs typeface="Tahoma" panose="020B0604030504040204" pitchFamily="34" charset="0"/>
              </a:rPr>
              <a:t>1-Week Treatment</a:t>
            </a:r>
          </a:p>
        </p:txBody>
      </p:sp>
      <p:sp>
        <p:nvSpPr>
          <p:cNvPr id="90" name="TextBox 89">
            <a:extLst>
              <a:ext uri="{FF2B5EF4-FFF2-40B4-BE49-F238E27FC236}">
                <a16:creationId xmlns:a16="http://schemas.microsoft.com/office/drawing/2014/main" id="{1B84F033-F5DE-5881-C639-7107876EDE39}"/>
              </a:ext>
            </a:extLst>
          </p:cNvPr>
          <p:cNvSpPr txBox="1"/>
          <p:nvPr/>
        </p:nvSpPr>
        <p:spPr>
          <a:xfrm>
            <a:off x="6120530" y="21903470"/>
            <a:ext cx="1525589" cy="707886"/>
          </a:xfrm>
          <a:prstGeom prst="rect">
            <a:avLst/>
          </a:prstGeom>
          <a:noFill/>
        </p:spPr>
        <p:txBody>
          <a:bodyPr wrap="square">
            <a:spAutoFit/>
          </a:bodyPr>
          <a:lstStyle/>
          <a:p>
            <a:pPr algn="ctr"/>
            <a:r>
              <a:rPr lang="en-US" sz="2000" b="1" dirty="0">
                <a:solidFill>
                  <a:schemeClr val="bg1"/>
                </a:solidFill>
                <a:latin typeface="Tahoma" panose="020B0604030504040204" pitchFamily="34" charset="0"/>
                <a:ea typeface="Tahoma" panose="020B0604030504040204" pitchFamily="34" charset="0"/>
                <a:cs typeface="Tahoma" panose="020B0604030504040204" pitchFamily="34" charset="0"/>
              </a:rPr>
              <a:t>4-Week Treatment</a:t>
            </a:r>
          </a:p>
        </p:txBody>
      </p:sp>
      <p:sp>
        <p:nvSpPr>
          <p:cNvPr id="91" name="TextBox 90">
            <a:extLst>
              <a:ext uri="{FF2B5EF4-FFF2-40B4-BE49-F238E27FC236}">
                <a16:creationId xmlns:a16="http://schemas.microsoft.com/office/drawing/2014/main" id="{AF67D2AB-C1F0-901D-9A82-50A08C260A1C}"/>
              </a:ext>
            </a:extLst>
          </p:cNvPr>
          <p:cNvSpPr txBox="1"/>
          <p:nvPr/>
        </p:nvSpPr>
        <p:spPr>
          <a:xfrm>
            <a:off x="2244723" y="22611356"/>
            <a:ext cx="1525589" cy="369332"/>
          </a:xfrm>
          <a:prstGeom prst="rect">
            <a:avLst/>
          </a:prstGeom>
          <a:noFill/>
        </p:spPr>
        <p:txBody>
          <a:bodyPr wrap="square">
            <a:spAutoFit/>
          </a:bodyPr>
          <a:lstStyle/>
          <a:p>
            <a:pPr algn="ctr"/>
            <a:r>
              <a:rPr lang="en-US" sz="1800" dirty="0">
                <a:solidFill>
                  <a:schemeClr val="bg1"/>
                </a:solidFill>
                <a:latin typeface="Tahoma" panose="020B0604030504040204" pitchFamily="34" charset="0"/>
                <a:ea typeface="Tahoma" panose="020B0604030504040204" pitchFamily="34" charset="0"/>
                <a:cs typeface="Tahoma" panose="020B0604030504040204" pitchFamily="34" charset="0"/>
              </a:rPr>
              <a:t>(n = 6)</a:t>
            </a:r>
          </a:p>
        </p:txBody>
      </p:sp>
      <p:sp>
        <p:nvSpPr>
          <p:cNvPr id="93" name="TextBox 92">
            <a:extLst>
              <a:ext uri="{FF2B5EF4-FFF2-40B4-BE49-F238E27FC236}">
                <a16:creationId xmlns:a16="http://schemas.microsoft.com/office/drawing/2014/main" id="{8C096AA8-86AC-6E42-8F76-EDE33E97DFDA}"/>
              </a:ext>
            </a:extLst>
          </p:cNvPr>
          <p:cNvSpPr txBox="1"/>
          <p:nvPr/>
        </p:nvSpPr>
        <p:spPr>
          <a:xfrm>
            <a:off x="4076120" y="22658710"/>
            <a:ext cx="1525589" cy="369332"/>
          </a:xfrm>
          <a:prstGeom prst="rect">
            <a:avLst/>
          </a:prstGeom>
          <a:noFill/>
        </p:spPr>
        <p:txBody>
          <a:bodyPr wrap="square">
            <a:spAutoFit/>
          </a:bodyPr>
          <a:lstStyle/>
          <a:p>
            <a:pPr algn="ctr"/>
            <a:r>
              <a:rPr lang="en-US" sz="1800" dirty="0">
                <a:solidFill>
                  <a:schemeClr val="bg1"/>
                </a:solidFill>
                <a:latin typeface="Tahoma" panose="020B0604030504040204" pitchFamily="34" charset="0"/>
                <a:ea typeface="Tahoma" panose="020B0604030504040204" pitchFamily="34" charset="0"/>
                <a:cs typeface="Tahoma" panose="020B0604030504040204" pitchFamily="34" charset="0"/>
              </a:rPr>
              <a:t>(n = 3)</a:t>
            </a:r>
          </a:p>
        </p:txBody>
      </p:sp>
      <p:sp>
        <p:nvSpPr>
          <p:cNvPr id="94" name="TextBox 93">
            <a:extLst>
              <a:ext uri="{FF2B5EF4-FFF2-40B4-BE49-F238E27FC236}">
                <a16:creationId xmlns:a16="http://schemas.microsoft.com/office/drawing/2014/main" id="{B2A1AAC8-686A-D397-9B88-5BD054913CEB}"/>
              </a:ext>
            </a:extLst>
          </p:cNvPr>
          <p:cNvSpPr txBox="1"/>
          <p:nvPr/>
        </p:nvSpPr>
        <p:spPr>
          <a:xfrm>
            <a:off x="6091935" y="22673874"/>
            <a:ext cx="1525589" cy="369332"/>
          </a:xfrm>
          <a:prstGeom prst="rect">
            <a:avLst/>
          </a:prstGeom>
          <a:noFill/>
        </p:spPr>
        <p:txBody>
          <a:bodyPr wrap="square">
            <a:spAutoFit/>
          </a:bodyPr>
          <a:lstStyle/>
          <a:p>
            <a:pPr algn="ctr"/>
            <a:r>
              <a:rPr lang="en-US" sz="1800" dirty="0">
                <a:solidFill>
                  <a:schemeClr val="bg1"/>
                </a:solidFill>
                <a:latin typeface="Tahoma" panose="020B0604030504040204" pitchFamily="34" charset="0"/>
                <a:ea typeface="Tahoma" panose="020B0604030504040204" pitchFamily="34" charset="0"/>
                <a:cs typeface="Tahoma" panose="020B0604030504040204" pitchFamily="34" charset="0"/>
              </a:rPr>
              <a:t>(n = 3)</a:t>
            </a:r>
          </a:p>
        </p:txBody>
      </p:sp>
      <p:pic>
        <p:nvPicPr>
          <p:cNvPr id="100" name="Picture 99" descr="A mathematical equation with black text&#10;&#10;AI-generated content may be incorrect.">
            <a:extLst>
              <a:ext uri="{FF2B5EF4-FFF2-40B4-BE49-F238E27FC236}">
                <a16:creationId xmlns:a16="http://schemas.microsoft.com/office/drawing/2014/main" id="{1E09B715-2880-3511-4021-2937930F18EC}"/>
              </a:ext>
            </a:extLst>
          </p:cNvPr>
          <p:cNvPicPr>
            <a:picLocks noChangeAspect="1"/>
          </p:cNvPicPr>
          <p:nvPr/>
        </p:nvPicPr>
        <p:blipFill>
          <a:blip r:embed="rId14"/>
          <a:stretch>
            <a:fillRect/>
          </a:stretch>
        </p:blipFill>
        <p:spPr>
          <a:xfrm>
            <a:off x="5433684" y="26232631"/>
            <a:ext cx="2131901" cy="1430263"/>
          </a:xfrm>
          <a:prstGeom prst="rect">
            <a:avLst/>
          </a:prstGeom>
        </p:spPr>
      </p:pic>
      <p:pic>
        <p:nvPicPr>
          <p:cNvPr id="103" name="Picture 102" descr="A black and white math equation&#10;&#10;AI-generated content may be incorrect.">
            <a:extLst>
              <a:ext uri="{FF2B5EF4-FFF2-40B4-BE49-F238E27FC236}">
                <a16:creationId xmlns:a16="http://schemas.microsoft.com/office/drawing/2014/main" id="{C413B223-1D2F-81F3-329A-221E2CEA9D3B}"/>
              </a:ext>
            </a:extLst>
          </p:cNvPr>
          <p:cNvPicPr>
            <a:picLocks noChangeAspect="1"/>
          </p:cNvPicPr>
          <p:nvPr/>
        </p:nvPicPr>
        <p:blipFill>
          <a:blip r:embed="rId15"/>
          <a:stretch>
            <a:fillRect/>
          </a:stretch>
        </p:blipFill>
        <p:spPr>
          <a:xfrm>
            <a:off x="8333418" y="26178659"/>
            <a:ext cx="3427235" cy="1538208"/>
          </a:xfrm>
          <a:prstGeom prst="rect">
            <a:avLst/>
          </a:prstGeom>
        </p:spPr>
      </p:pic>
      <p:pic>
        <p:nvPicPr>
          <p:cNvPr id="106" name="Picture 105" descr="A black and white math equation&#10;&#10;AI-generated content may be incorrect.">
            <a:extLst>
              <a:ext uri="{FF2B5EF4-FFF2-40B4-BE49-F238E27FC236}">
                <a16:creationId xmlns:a16="http://schemas.microsoft.com/office/drawing/2014/main" id="{DF6EA262-911A-535D-F11C-16651FAD1DB6}"/>
              </a:ext>
            </a:extLst>
          </p:cNvPr>
          <p:cNvPicPr>
            <a:picLocks noChangeAspect="1"/>
          </p:cNvPicPr>
          <p:nvPr/>
        </p:nvPicPr>
        <p:blipFill>
          <a:blip r:embed="rId16"/>
          <a:stretch>
            <a:fillRect/>
          </a:stretch>
        </p:blipFill>
        <p:spPr>
          <a:xfrm>
            <a:off x="12461707" y="26206980"/>
            <a:ext cx="3292305" cy="1538208"/>
          </a:xfrm>
          <a:prstGeom prst="rect">
            <a:avLst/>
          </a:prstGeom>
        </p:spPr>
      </p:pic>
      <p:pic>
        <p:nvPicPr>
          <p:cNvPr id="108" name="Picture 107" descr="A black text on a white background&#10;&#10;AI-generated content may be incorrect.">
            <a:extLst>
              <a:ext uri="{FF2B5EF4-FFF2-40B4-BE49-F238E27FC236}">
                <a16:creationId xmlns:a16="http://schemas.microsoft.com/office/drawing/2014/main" id="{111D7B8A-6B0D-7BD8-B032-77BBDF7997BA}"/>
              </a:ext>
            </a:extLst>
          </p:cNvPr>
          <p:cNvPicPr>
            <a:picLocks noChangeAspect="1"/>
          </p:cNvPicPr>
          <p:nvPr/>
        </p:nvPicPr>
        <p:blipFill>
          <a:blip r:embed="rId17"/>
          <a:stretch>
            <a:fillRect/>
          </a:stretch>
        </p:blipFill>
        <p:spPr>
          <a:xfrm>
            <a:off x="2874422" y="28004330"/>
            <a:ext cx="3912986" cy="1457250"/>
          </a:xfrm>
          <a:prstGeom prst="rect">
            <a:avLst/>
          </a:prstGeom>
        </p:spPr>
      </p:pic>
      <p:pic>
        <p:nvPicPr>
          <p:cNvPr id="110" name="Picture 109" descr="A mathematical equation with black text&#10;&#10;AI-generated content may be incorrect.">
            <a:extLst>
              <a:ext uri="{FF2B5EF4-FFF2-40B4-BE49-F238E27FC236}">
                <a16:creationId xmlns:a16="http://schemas.microsoft.com/office/drawing/2014/main" id="{96A10E59-19B9-F352-9E4A-078A92422F23}"/>
              </a:ext>
            </a:extLst>
          </p:cNvPr>
          <p:cNvPicPr>
            <a:picLocks noChangeAspect="1"/>
          </p:cNvPicPr>
          <p:nvPr/>
        </p:nvPicPr>
        <p:blipFill>
          <a:blip r:embed="rId18"/>
          <a:stretch>
            <a:fillRect/>
          </a:stretch>
        </p:blipFill>
        <p:spPr>
          <a:xfrm>
            <a:off x="8108300" y="28122061"/>
            <a:ext cx="2374776" cy="1403277"/>
          </a:xfrm>
          <a:prstGeom prst="rect">
            <a:avLst/>
          </a:prstGeom>
        </p:spPr>
      </p:pic>
      <p:pic>
        <p:nvPicPr>
          <p:cNvPr id="112" name="Picture 111" descr="A mathematical equation with black text&#10;&#10;AI-generated content may be incorrect.">
            <a:extLst>
              <a:ext uri="{FF2B5EF4-FFF2-40B4-BE49-F238E27FC236}">
                <a16:creationId xmlns:a16="http://schemas.microsoft.com/office/drawing/2014/main" id="{6BE78E0C-53D4-0F65-F53F-DF0E76D82493}"/>
              </a:ext>
            </a:extLst>
          </p:cNvPr>
          <p:cNvPicPr>
            <a:picLocks noChangeAspect="1"/>
          </p:cNvPicPr>
          <p:nvPr/>
        </p:nvPicPr>
        <p:blipFill>
          <a:blip r:embed="rId19"/>
          <a:stretch>
            <a:fillRect/>
          </a:stretch>
        </p:blipFill>
        <p:spPr>
          <a:xfrm>
            <a:off x="11660473" y="28040512"/>
            <a:ext cx="3022444" cy="1565194"/>
          </a:xfrm>
          <a:prstGeom prst="rect">
            <a:avLst/>
          </a:prstGeom>
        </p:spPr>
      </p:pic>
      <p:pic>
        <p:nvPicPr>
          <p:cNvPr id="114" name="Picture 113" descr="A black text on a white background&#10;&#10;AI-generated content may be incorrect.">
            <a:extLst>
              <a:ext uri="{FF2B5EF4-FFF2-40B4-BE49-F238E27FC236}">
                <a16:creationId xmlns:a16="http://schemas.microsoft.com/office/drawing/2014/main" id="{A9CA3997-D4F5-B54C-F63F-05677E3B8DB7}"/>
              </a:ext>
            </a:extLst>
          </p:cNvPr>
          <p:cNvPicPr>
            <a:picLocks noChangeAspect="1"/>
          </p:cNvPicPr>
          <p:nvPr/>
        </p:nvPicPr>
        <p:blipFill>
          <a:blip r:embed="rId20"/>
          <a:stretch>
            <a:fillRect/>
          </a:stretch>
        </p:blipFill>
        <p:spPr>
          <a:xfrm>
            <a:off x="3346223" y="29858402"/>
            <a:ext cx="5417454" cy="970758"/>
          </a:xfrm>
          <a:prstGeom prst="rect">
            <a:avLst/>
          </a:prstGeom>
        </p:spPr>
      </p:pic>
      <p:pic>
        <p:nvPicPr>
          <p:cNvPr id="116" name="Picture 115" descr="A close up of a logo&#10;&#10;AI-generated content may be incorrect.">
            <a:extLst>
              <a:ext uri="{FF2B5EF4-FFF2-40B4-BE49-F238E27FC236}">
                <a16:creationId xmlns:a16="http://schemas.microsoft.com/office/drawing/2014/main" id="{271E9B32-47AE-619A-A888-03A10118DB7F}"/>
              </a:ext>
            </a:extLst>
          </p:cNvPr>
          <p:cNvPicPr>
            <a:picLocks noChangeAspect="1"/>
          </p:cNvPicPr>
          <p:nvPr/>
        </p:nvPicPr>
        <p:blipFill>
          <a:blip r:embed="rId21"/>
          <a:stretch>
            <a:fillRect/>
          </a:stretch>
        </p:blipFill>
        <p:spPr>
          <a:xfrm>
            <a:off x="9184844" y="29905374"/>
            <a:ext cx="6356899" cy="876814"/>
          </a:xfrm>
          <a:prstGeom prst="rect">
            <a:avLst/>
          </a:prstGeom>
        </p:spPr>
      </p:pic>
      <p:pic>
        <p:nvPicPr>
          <p:cNvPr id="124" name="Picture 123" descr="A table with numbers and a green box&#10;&#10;AI-generated content may be incorrect.">
            <a:extLst>
              <a:ext uri="{FF2B5EF4-FFF2-40B4-BE49-F238E27FC236}">
                <a16:creationId xmlns:a16="http://schemas.microsoft.com/office/drawing/2014/main" id="{0423E66D-C489-FB9B-3B10-7FD6C8B33D2A}"/>
              </a:ext>
            </a:extLst>
          </p:cNvPr>
          <p:cNvPicPr>
            <a:picLocks noChangeAspect="1"/>
          </p:cNvPicPr>
          <p:nvPr/>
        </p:nvPicPr>
        <p:blipFill>
          <a:blip r:embed="rId22"/>
          <a:stretch>
            <a:fillRect/>
          </a:stretch>
        </p:blipFill>
        <p:spPr>
          <a:xfrm>
            <a:off x="4314679" y="31222978"/>
            <a:ext cx="10142406" cy="2770453"/>
          </a:xfrm>
          <a:prstGeom prst="rect">
            <a:avLst/>
          </a:prstGeom>
        </p:spPr>
      </p:pic>
      <p:pic>
        <p:nvPicPr>
          <p:cNvPr id="126" name="Picture 125" descr="A mathematical equation with black text&#10;&#10;AI-generated content may be incorrect.">
            <a:extLst>
              <a:ext uri="{FF2B5EF4-FFF2-40B4-BE49-F238E27FC236}">
                <a16:creationId xmlns:a16="http://schemas.microsoft.com/office/drawing/2014/main" id="{54B9E331-7B73-6DB2-B785-651E209FB4FE}"/>
              </a:ext>
            </a:extLst>
          </p:cNvPr>
          <p:cNvPicPr>
            <a:picLocks noChangeAspect="1"/>
          </p:cNvPicPr>
          <p:nvPr/>
        </p:nvPicPr>
        <p:blipFill>
          <a:blip r:embed="rId23"/>
          <a:stretch>
            <a:fillRect/>
          </a:stretch>
        </p:blipFill>
        <p:spPr>
          <a:xfrm>
            <a:off x="2550319" y="26249000"/>
            <a:ext cx="1969985" cy="1349305"/>
          </a:xfrm>
          <a:prstGeom prst="rect">
            <a:avLst/>
          </a:prstGeom>
        </p:spPr>
      </p:pic>
      <p:graphicFrame>
        <p:nvGraphicFramePr>
          <p:cNvPr id="127" name="Table 126">
            <a:extLst>
              <a:ext uri="{FF2B5EF4-FFF2-40B4-BE49-F238E27FC236}">
                <a16:creationId xmlns:a16="http://schemas.microsoft.com/office/drawing/2014/main" id="{23A18930-3B80-FC9D-2650-C6FC58067F1D}"/>
              </a:ext>
            </a:extLst>
          </p:cNvPr>
          <p:cNvGraphicFramePr>
            <a:graphicFrameLocks noGrp="1"/>
          </p:cNvGraphicFramePr>
          <p:nvPr>
            <p:extLst>
              <p:ext uri="{D42A27DB-BD31-4B8C-83A1-F6EECF244321}">
                <p14:modId xmlns:p14="http://schemas.microsoft.com/office/powerpoint/2010/main" val="2452723759"/>
              </p:ext>
            </p:extLst>
          </p:nvPr>
        </p:nvGraphicFramePr>
        <p:xfrm>
          <a:off x="1726221" y="27510204"/>
          <a:ext cx="3457972" cy="396240"/>
        </p:xfrm>
        <a:graphic>
          <a:graphicData uri="http://schemas.openxmlformats.org/drawingml/2006/table">
            <a:tbl>
              <a:tblPr firstRow="1" bandRow="1">
                <a:tableStyleId>{5C22544A-7EE6-4342-B048-85BDC9FD1C3A}</a:tableStyleId>
              </a:tblPr>
              <a:tblGrid>
                <a:gridCol w="3457972">
                  <a:extLst>
                    <a:ext uri="{9D8B030D-6E8A-4147-A177-3AD203B41FA5}">
                      <a16:colId xmlns:a16="http://schemas.microsoft.com/office/drawing/2014/main" val="1993394840"/>
                    </a:ext>
                  </a:extLst>
                </a:gridCol>
              </a:tblGrid>
              <a:tr h="0">
                <a:tc>
                  <a:txBody>
                    <a:bodyPr/>
                    <a:lstStyle/>
                    <a:p>
                      <a:pPr algn="ctr"/>
                      <a:r>
                        <a:rPr lang="en-US" sz="2000" b="0" dirty="0">
                          <a:solidFill>
                            <a:schemeClr val="bg2">
                              <a:lumMod val="10000"/>
                            </a:schemeClr>
                          </a:solidFill>
                          <a:latin typeface="Tahoma" panose="020B0604030504040204" pitchFamily="34" charset="0"/>
                          <a:ea typeface="Tahoma" panose="020B0604030504040204" pitchFamily="34" charset="0"/>
                          <a:cs typeface="Tahoma" panose="020B0604030504040204" pitchFamily="34" charset="0"/>
                        </a:rPr>
                        <a:t>Exponential</a:t>
                      </a:r>
                    </a:p>
                  </a:txBody>
                  <a:tcPr>
                    <a:solidFill>
                      <a:schemeClr val="bg1"/>
                    </a:solidFill>
                  </a:tcPr>
                </a:tc>
                <a:extLst>
                  <a:ext uri="{0D108BD9-81ED-4DB2-BD59-A6C34878D82A}">
                    <a16:rowId xmlns:a16="http://schemas.microsoft.com/office/drawing/2014/main" val="1385678103"/>
                  </a:ext>
                </a:extLst>
              </a:tr>
            </a:tbl>
          </a:graphicData>
        </a:graphic>
      </p:graphicFrame>
      <p:graphicFrame>
        <p:nvGraphicFramePr>
          <p:cNvPr id="128" name="Table 127">
            <a:extLst>
              <a:ext uri="{FF2B5EF4-FFF2-40B4-BE49-F238E27FC236}">
                <a16:creationId xmlns:a16="http://schemas.microsoft.com/office/drawing/2014/main" id="{70B9ED64-4E43-A04C-681C-24EA9B1CD36C}"/>
              </a:ext>
            </a:extLst>
          </p:cNvPr>
          <p:cNvGraphicFramePr>
            <a:graphicFrameLocks noGrp="1"/>
          </p:cNvGraphicFramePr>
          <p:nvPr>
            <p:extLst>
              <p:ext uri="{D42A27DB-BD31-4B8C-83A1-F6EECF244321}">
                <p14:modId xmlns:p14="http://schemas.microsoft.com/office/powerpoint/2010/main" val="4294649887"/>
              </p:ext>
            </p:extLst>
          </p:nvPr>
        </p:nvGraphicFramePr>
        <p:xfrm>
          <a:off x="4723842" y="27478913"/>
          <a:ext cx="3457972" cy="396240"/>
        </p:xfrm>
        <a:graphic>
          <a:graphicData uri="http://schemas.openxmlformats.org/drawingml/2006/table">
            <a:tbl>
              <a:tblPr firstRow="1" bandRow="1">
                <a:tableStyleId>{5C22544A-7EE6-4342-B048-85BDC9FD1C3A}</a:tableStyleId>
              </a:tblPr>
              <a:tblGrid>
                <a:gridCol w="3457972">
                  <a:extLst>
                    <a:ext uri="{9D8B030D-6E8A-4147-A177-3AD203B41FA5}">
                      <a16:colId xmlns:a16="http://schemas.microsoft.com/office/drawing/2014/main" val="1993394840"/>
                    </a:ext>
                  </a:extLst>
                </a:gridCol>
              </a:tblGrid>
              <a:tr h="0">
                <a:tc>
                  <a:txBody>
                    <a:bodyPr/>
                    <a:lstStyle/>
                    <a:p>
                      <a:pPr algn="ctr"/>
                      <a:r>
                        <a:rPr lang="en-US" sz="2000" b="0" dirty="0">
                          <a:solidFill>
                            <a:schemeClr val="bg2">
                              <a:lumMod val="10000"/>
                            </a:schemeClr>
                          </a:solidFill>
                          <a:latin typeface="Tahoma" panose="020B0604030504040204" pitchFamily="34" charset="0"/>
                          <a:ea typeface="Tahoma" panose="020B0604030504040204" pitchFamily="34" charset="0"/>
                          <a:cs typeface="Tahoma" panose="020B0604030504040204" pitchFamily="34" charset="0"/>
                        </a:rPr>
                        <a:t>Mendelsohn</a:t>
                      </a:r>
                    </a:p>
                  </a:txBody>
                  <a:tcPr>
                    <a:solidFill>
                      <a:schemeClr val="bg1"/>
                    </a:solidFill>
                  </a:tcPr>
                </a:tc>
                <a:extLst>
                  <a:ext uri="{0D108BD9-81ED-4DB2-BD59-A6C34878D82A}">
                    <a16:rowId xmlns:a16="http://schemas.microsoft.com/office/drawing/2014/main" val="1385678103"/>
                  </a:ext>
                </a:extLst>
              </a:tr>
            </a:tbl>
          </a:graphicData>
        </a:graphic>
      </p:graphicFrame>
      <p:graphicFrame>
        <p:nvGraphicFramePr>
          <p:cNvPr id="129" name="Table 128">
            <a:extLst>
              <a:ext uri="{FF2B5EF4-FFF2-40B4-BE49-F238E27FC236}">
                <a16:creationId xmlns:a16="http://schemas.microsoft.com/office/drawing/2014/main" id="{48C4FC92-ABFA-ABC3-2E01-6030478A2AC5}"/>
              </a:ext>
            </a:extLst>
          </p:cNvPr>
          <p:cNvGraphicFramePr>
            <a:graphicFrameLocks noGrp="1"/>
          </p:cNvGraphicFramePr>
          <p:nvPr>
            <p:extLst>
              <p:ext uri="{D42A27DB-BD31-4B8C-83A1-F6EECF244321}">
                <p14:modId xmlns:p14="http://schemas.microsoft.com/office/powerpoint/2010/main" val="3102143354"/>
              </p:ext>
            </p:extLst>
          </p:nvPr>
        </p:nvGraphicFramePr>
        <p:xfrm>
          <a:off x="8167750" y="27507611"/>
          <a:ext cx="3457972" cy="396240"/>
        </p:xfrm>
        <a:graphic>
          <a:graphicData uri="http://schemas.openxmlformats.org/drawingml/2006/table">
            <a:tbl>
              <a:tblPr firstRow="1" bandRow="1">
                <a:tableStyleId>{5C22544A-7EE6-4342-B048-85BDC9FD1C3A}</a:tableStyleId>
              </a:tblPr>
              <a:tblGrid>
                <a:gridCol w="3457972">
                  <a:extLst>
                    <a:ext uri="{9D8B030D-6E8A-4147-A177-3AD203B41FA5}">
                      <a16:colId xmlns:a16="http://schemas.microsoft.com/office/drawing/2014/main" val="1993394840"/>
                    </a:ext>
                  </a:extLst>
                </a:gridCol>
              </a:tblGrid>
              <a:tr h="0">
                <a:tc>
                  <a:txBody>
                    <a:bodyPr/>
                    <a:lstStyle/>
                    <a:p>
                      <a:pPr algn="ctr"/>
                      <a:r>
                        <a:rPr lang="en-US" sz="2000" b="0" dirty="0">
                          <a:solidFill>
                            <a:schemeClr val="bg2">
                              <a:lumMod val="10000"/>
                            </a:schemeClr>
                          </a:solidFill>
                          <a:latin typeface="Tahoma" panose="020B0604030504040204" pitchFamily="34" charset="0"/>
                          <a:ea typeface="Tahoma" panose="020B0604030504040204" pitchFamily="34" charset="0"/>
                          <a:cs typeface="Tahoma" panose="020B0604030504040204" pitchFamily="34" charset="0"/>
                        </a:rPr>
                        <a:t>Logistic</a:t>
                      </a:r>
                    </a:p>
                  </a:txBody>
                  <a:tcPr>
                    <a:solidFill>
                      <a:schemeClr val="bg1"/>
                    </a:solidFill>
                  </a:tcPr>
                </a:tc>
                <a:extLst>
                  <a:ext uri="{0D108BD9-81ED-4DB2-BD59-A6C34878D82A}">
                    <a16:rowId xmlns:a16="http://schemas.microsoft.com/office/drawing/2014/main" val="1385678103"/>
                  </a:ext>
                </a:extLst>
              </a:tr>
            </a:tbl>
          </a:graphicData>
        </a:graphic>
      </p:graphicFrame>
      <p:graphicFrame>
        <p:nvGraphicFramePr>
          <p:cNvPr id="130" name="Table 129">
            <a:extLst>
              <a:ext uri="{FF2B5EF4-FFF2-40B4-BE49-F238E27FC236}">
                <a16:creationId xmlns:a16="http://schemas.microsoft.com/office/drawing/2014/main" id="{B5B2355A-3A5F-807A-527C-FBB1DC909301}"/>
              </a:ext>
            </a:extLst>
          </p:cNvPr>
          <p:cNvGraphicFramePr>
            <a:graphicFrameLocks noGrp="1"/>
          </p:cNvGraphicFramePr>
          <p:nvPr>
            <p:extLst>
              <p:ext uri="{D42A27DB-BD31-4B8C-83A1-F6EECF244321}">
                <p14:modId xmlns:p14="http://schemas.microsoft.com/office/powerpoint/2010/main" val="3096514064"/>
              </p:ext>
            </p:extLst>
          </p:nvPr>
        </p:nvGraphicFramePr>
        <p:xfrm>
          <a:off x="12441951" y="27517173"/>
          <a:ext cx="3457972" cy="569164"/>
        </p:xfrm>
        <a:graphic>
          <a:graphicData uri="http://schemas.openxmlformats.org/drawingml/2006/table">
            <a:tbl>
              <a:tblPr firstRow="1" bandRow="1">
                <a:tableStyleId>{5C22544A-7EE6-4342-B048-85BDC9FD1C3A}</a:tableStyleId>
              </a:tblPr>
              <a:tblGrid>
                <a:gridCol w="3457972">
                  <a:extLst>
                    <a:ext uri="{9D8B030D-6E8A-4147-A177-3AD203B41FA5}">
                      <a16:colId xmlns:a16="http://schemas.microsoft.com/office/drawing/2014/main" val="1993394840"/>
                    </a:ext>
                  </a:extLst>
                </a:gridCol>
              </a:tblGrid>
              <a:tr h="569164">
                <a:tc>
                  <a:txBody>
                    <a:bodyPr/>
                    <a:lstStyle/>
                    <a:p>
                      <a:pPr algn="ctr"/>
                      <a:r>
                        <a:rPr lang="en-US" sz="2000" b="0" dirty="0">
                          <a:solidFill>
                            <a:schemeClr val="bg2">
                              <a:lumMod val="10000"/>
                            </a:schemeClr>
                          </a:solidFill>
                          <a:latin typeface="Tahoma" panose="020B0604030504040204" pitchFamily="34" charset="0"/>
                          <a:ea typeface="Tahoma" panose="020B0604030504040204" pitchFamily="34" charset="0"/>
                          <a:cs typeface="Tahoma" panose="020B0604030504040204" pitchFamily="34" charset="0"/>
                        </a:rPr>
                        <a:t>Bertalanffy</a:t>
                      </a:r>
                    </a:p>
                  </a:txBody>
                  <a:tcPr>
                    <a:solidFill>
                      <a:schemeClr val="bg1"/>
                    </a:solidFill>
                  </a:tcPr>
                </a:tc>
                <a:extLst>
                  <a:ext uri="{0D108BD9-81ED-4DB2-BD59-A6C34878D82A}">
                    <a16:rowId xmlns:a16="http://schemas.microsoft.com/office/drawing/2014/main" val="1385678103"/>
                  </a:ext>
                </a:extLst>
              </a:tr>
            </a:tbl>
          </a:graphicData>
        </a:graphic>
      </p:graphicFrame>
      <p:graphicFrame>
        <p:nvGraphicFramePr>
          <p:cNvPr id="131" name="Table 130">
            <a:extLst>
              <a:ext uri="{FF2B5EF4-FFF2-40B4-BE49-F238E27FC236}">
                <a16:creationId xmlns:a16="http://schemas.microsoft.com/office/drawing/2014/main" id="{93B9D76F-2613-F383-F89D-07294C07CF59}"/>
              </a:ext>
            </a:extLst>
          </p:cNvPr>
          <p:cNvGraphicFramePr>
            <a:graphicFrameLocks noGrp="1"/>
          </p:cNvGraphicFramePr>
          <p:nvPr>
            <p:extLst>
              <p:ext uri="{D42A27DB-BD31-4B8C-83A1-F6EECF244321}">
                <p14:modId xmlns:p14="http://schemas.microsoft.com/office/powerpoint/2010/main" val="3476033640"/>
              </p:ext>
            </p:extLst>
          </p:nvPr>
        </p:nvGraphicFramePr>
        <p:xfrm>
          <a:off x="2791318" y="29406044"/>
          <a:ext cx="3457972" cy="396240"/>
        </p:xfrm>
        <a:graphic>
          <a:graphicData uri="http://schemas.openxmlformats.org/drawingml/2006/table">
            <a:tbl>
              <a:tblPr firstRow="1" bandRow="1">
                <a:tableStyleId>{5C22544A-7EE6-4342-B048-85BDC9FD1C3A}</a:tableStyleId>
              </a:tblPr>
              <a:tblGrid>
                <a:gridCol w="3457972">
                  <a:extLst>
                    <a:ext uri="{9D8B030D-6E8A-4147-A177-3AD203B41FA5}">
                      <a16:colId xmlns:a16="http://schemas.microsoft.com/office/drawing/2014/main" val="1993394840"/>
                    </a:ext>
                  </a:extLst>
                </a:gridCol>
              </a:tblGrid>
              <a:tr h="0">
                <a:tc>
                  <a:txBody>
                    <a:bodyPr/>
                    <a:lstStyle/>
                    <a:p>
                      <a:pPr algn="ctr"/>
                      <a:r>
                        <a:rPr lang="en-US" sz="2000" b="0" dirty="0">
                          <a:solidFill>
                            <a:schemeClr val="bg2">
                              <a:lumMod val="10000"/>
                            </a:schemeClr>
                          </a:solidFill>
                          <a:latin typeface="Tahoma" panose="020B0604030504040204" pitchFamily="34" charset="0"/>
                          <a:ea typeface="Tahoma" panose="020B0604030504040204" pitchFamily="34" charset="0"/>
                          <a:cs typeface="Tahoma" panose="020B0604030504040204" pitchFamily="34" charset="0"/>
                        </a:rPr>
                        <a:t>Gompertz</a:t>
                      </a:r>
                    </a:p>
                  </a:txBody>
                  <a:tcPr>
                    <a:solidFill>
                      <a:schemeClr val="bg1"/>
                    </a:solidFill>
                  </a:tcPr>
                </a:tc>
                <a:extLst>
                  <a:ext uri="{0D108BD9-81ED-4DB2-BD59-A6C34878D82A}">
                    <a16:rowId xmlns:a16="http://schemas.microsoft.com/office/drawing/2014/main" val="1385678103"/>
                  </a:ext>
                </a:extLst>
              </a:tr>
            </a:tbl>
          </a:graphicData>
        </a:graphic>
      </p:graphicFrame>
      <p:graphicFrame>
        <p:nvGraphicFramePr>
          <p:cNvPr id="132" name="Table 131">
            <a:extLst>
              <a:ext uri="{FF2B5EF4-FFF2-40B4-BE49-F238E27FC236}">
                <a16:creationId xmlns:a16="http://schemas.microsoft.com/office/drawing/2014/main" id="{7D4DEFF9-FD3A-B78F-E749-9DC9D10C85F7}"/>
              </a:ext>
            </a:extLst>
          </p:cNvPr>
          <p:cNvGraphicFramePr>
            <a:graphicFrameLocks noGrp="1"/>
          </p:cNvGraphicFramePr>
          <p:nvPr>
            <p:extLst>
              <p:ext uri="{D42A27DB-BD31-4B8C-83A1-F6EECF244321}">
                <p14:modId xmlns:p14="http://schemas.microsoft.com/office/powerpoint/2010/main" val="1450872146"/>
              </p:ext>
            </p:extLst>
          </p:nvPr>
        </p:nvGraphicFramePr>
        <p:xfrm>
          <a:off x="7566702" y="29415112"/>
          <a:ext cx="3457972" cy="396240"/>
        </p:xfrm>
        <a:graphic>
          <a:graphicData uri="http://schemas.openxmlformats.org/drawingml/2006/table">
            <a:tbl>
              <a:tblPr firstRow="1" bandRow="1">
                <a:tableStyleId>{5C22544A-7EE6-4342-B048-85BDC9FD1C3A}</a:tableStyleId>
              </a:tblPr>
              <a:tblGrid>
                <a:gridCol w="3457972">
                  <a:extLst>
                    <a:ext uri="{9D8B030D-6E8A-4147-A177-3AD203B41FA5}">
                      <a16:colId xmlns:a16="http://schemas.microsoft.com/office/drawing/2014/main" val="1993394840"/>
                    </a:ext>
                  </a:extLst>
                </a:gridCol>
              </a:tblGrid>
              <a:tr h="0">
                <a:tc>
                  <a:txBody>
                    <a:bodyPr/>
                    <a:lstStyle/>
                    <a:p>
                      <a:pPr algn="ctr"/>
                      <a:r>
                        <a:rPr lang="en-US" sz="2000" b="0" dirty="0">
                          <a:solidFill>
                            <a:schemeClr val="bg2">
                              <a:lumMod val="10000"/>
                            </a:schemeClr>
                          </a:solidFill>
                          <a:latin typeface="Tahoma" panose="020B0604030504040204" pitchFamily="34" charset="0"/>
                          <a:ea typeface="Tahoma" panose="020B0604030504040204" pitchFamily="34" charset="0"/>
                          <a:cs typeface="Tahoma" panose="020B0604030504040204" pitchFamily="34" charset="0"/>
                        </a:rPr>
                        <a:t>Linear</a:t>
                      </a:r>
                    </a:p>
                  </a:txBody>
                  <a:tcPr>
                    <a:solidFill>
                      <a:schemeClr val="bg1"/>
                    </a:solidFill>
                  </a:tcPr>
                </a:tc>
                <a:extLst>
                  <a:ext uri="{0D108BD9-81ED-4DB2-BD59-A6C34878D82A}">
                    <a16:rowId xmlns:a16="http://schemas.microsoft.com/office/drawing/2014/main" val="1385678103"/>
                  </a:ext>
                </a:extLst>
              </a:tr>
            </a:tbl>
          </a:graphicData>
        </a:graphic>
      </p:graphicFrame>
      <p:graphicFrame>
        <p:nvGraphicFramePr>
          <p:cNvPr id="133" name="Table 132">
            <a:extLst>
              <a:ext uri="{FF2B5EF4-FFF2-40B4-BE49-F238E27FC236}">
                <a16:creationId xmlns:a16="http://schemas.microsoft.com/office/drawing/2014/main" id="{CFFA6CDC-13A4-7FE5-FC0C-39F36027FBB1}"/>
              </a:ext>
            </a:extLst>
          </p:cNvPr>
          <p:cNvGraphicFramePr>
            <a:graphicFrameLocks noGrp="1"/>
          </p:cNvGraphicFramePr>
          <p:nvPr>
            <p:extLst>
              <p:ext uri="{D42A27DB-BD31-4B8C-83A1-F6EECF244321}">
                <p14:modId xmlns:p14="http://schemas.microsoft.com/office/powerpoint/2010/main" val="2137856529"/>
              </p:ext>
            </p:extLst>
          </p:nvPr>
        </p:nvGraphicFramePr>
        <p:xfrm>
          <a:off x="11627949" y="29461580"/>
          <a:ext cx="3457972" cy="396240"/>
        </p:xfrm>
        <a:graphic>
          <a:graphicData uri="http://schemas.openxmlformats.org/drawingml/2006/table">
            <a:tbl>
              <a:tblPr firstRow="1" bandRow="1">
                <a:tableStyleId>{5C22544A-7EE6-4342-B048-85BDC9FD1C3A}</a:tableStyleId>
              </a:tblPr>
              <a:tblGrid>
                <a:gridCol w="3457972">
                  <a:extLst>
                    <a:ext uri="{9D8B030D-6E8A-4147-A177-3AD203B41FA5}">
                      <a16:colId xmlns:a16="http://schemas.microsoft.com/office/drawing/2014/main" val="1993394840"/>
                    </a:ext>
                  </a:extLst>
                </a:gridCol>
              </a:tblGrid>
              <a:tr h="0">
                <a:tc>
                  <a:txBody>
                    <a:bodyPr/>
                    <a:lstStyle/>
                    <a:p>
                      <a:pPr algn="ctr"/>
                      <a:r>
                        <a:rPr lang="en-US" sz="2000" b="0" dirty="0">
                          <a:solidFill>
                            <a:schemeClr val="bg2">
                              <a:lumMod val="10000"/>
                            </a:schemeClr>
                          </a:solidFill>
                          <a:latin typeface="Tahoma" panose="020B0604030504040204" pitchFamily="34" charset="0"/>
                          <a:ea typeface="Tahoma" panose="020B0604030504040204" pitchFamily="34" charset="0"/>
                          <a:cs typeface="Tahoma" panose="020B0604030504040204" pitchFamily="34" charset="0"/>
                        </a:rPr>
                        <a:t>Surface</a:t>
                      </a:r>
                    </a:p>
                  </a:txBody>
                  <a:tcPr>
                    <a:solidFill>
                      <a:schemeClr val="bg1"/>
                    </a:solidFill>
                  </a:tcPr>
                </a:tc>
                <a:extLst>
                  <a:ext uri="{0D108BD9-81ED-4DB2-BD59-A6C34878D82A}">
                    <a16:rowId xmlns:a16="http://schemas.microsoft.com/office/drawing/2014/main" val="1385678103"/>
                  </a:ext>
                </a:extLst>
              </a:tr>
            </a:tbl>
          </a:graphicData>
        </a:graphic>
      </p:graphicFrame>
      <p:pic>
        <p:nvPicPr>
          <p:cNvPr id="135" name="Picture 134" descr="A diagram of a graph&#10;&#10;AI-generated content may be incorrect.">
            <a:extLst>
              <a:ext uri="{FF2B5EF4-FFF2-40B4-BE49-F238E27FC236}">
                <a16:creationId xmlns:a16="http://schemas.microsoft.com/office/drawing/2014/main" id="{DC705052-DBD2-8E2A-97D9-093F446DB634}"/>
              </a:ext>
            </a:extLst>
          </p:cNvPr>
          <p:cNvPicPr>
            <a:picLocks noChangeAspect="1"/>
          </p:cNvPicPr>
          <p:nvPr/>
        </p:nvPicPr>
        <p:blipFill>
          <a:blip r:embed="rId24"/>
          <a:stretch>
            <a:fillRect/>
          </a:stretch>
        </p:blipFill>
        <p:spPr>
          <a:xfrm>
            <a:off x="18588035" y="9957813"/>
            <a:ext cx="7772400" cy="4423410"/>
          </a:xfrm>
          <a:prstGeom prst="rect">
            <a:avLst/>
          </a:prstGeom>
        </p:spPr>
      </p:pic>
      <p:pic>
        <p:nvPicPr>
          <p:cNvPr id="137" name="Picture 136" descr="A diagram of a graph&#10;&#10;AI-generated content may be incorrect.">
            <a:extLst>
              <a:ext uri="{FF2B5EF4-FFF2-40B4-BE49-F238E27FC236}">
                <a16:creationId xmlns:a16="http://schemas.microsoft.com/office/drawing/2014/main" id="{E7F7C467-2924-E432-5D7E-A1551F39A90B}"/>
              </a:ext>
            </a:extLst>
          </p:cNvPr>
          <p:cNvPicPr>
            <a:picLocks noChangeAspect="1"/>
          </p:cNvPicPr>
          <p:nvPr/>
        </p:nvPicPr>
        <p:blipFill>
          <a:blip r:embed="rId25"/>
          <a:stretch>
            <a:fillRect/>
          </a:stretch>
        </p:blipFill>
        <p:spPr>
          <a:xfrm>
            <a:off x="25898839" y="14071332"/>
            <a:ext cx="7564419" cy="4300012"/>
          </a:xfrm>
          <a:prstGeom prst="rect">
            <a:avLst/>
          </a:prstGeom>
        </p:spPr>
      </p:pic>
      <p:pic>
        <p:nvPicPr>
          <p:cNvPr id="139" name="Picture 138" descr="A group of graphs with numbers and symbols&#10;&#10;AI-generated content may be incorrect.">
            <a:extLst>
              <a:ext uri="{FF2B5EF4-FFF2-40B4-BE49-F238E27FC236}">
                <a16:creationId xmlns:a16="http://schemas.microsoft.com/office/drawing/2014/main" id="{EA3FDD90-144E-EE13-72E4-61C3B00F0252}"/>
              </a:ext>
            </a:extLst>
          </p:cNvPr>
          <p:cNvPicPr>
            <a:picLocks noChangeAspect="1"/>
          </p:cNvPicPr>
          <p:nvPr/>
        </p:nvPicPr>
        <p:blipFill>
          <a:blip r:embed="rId26"/>
          <a:stretch>
            <a:fillRect/>
          </a:stretch>
        </p:blipFill>
        <p:spPr>
          <a:xfrm>
            <a:off x="18839083" y="17949353"/>
            <a:ext cx="7270304" cy="4113037"/>
          </a:xfrm>
          <a:prstGeom prst="rect">
            <a:avLst/>
          </a:prstGeom>
        </p:spPr>
      </p:pic>
      <p:sp>
        <p:nvSpPr>
          <p:cNvPr id="140" name="TextBox 139">
            <a:extLst>
              <a:ext uri="{FF2B5EF4-FFF2-40B4-BE49-F238E27FC236}">
                <a16:creationId xmlns:a16="http://schemas.microsoft.com/office/drawing/2014/main" id="{6356660F-148C-A493-29A2-2BDF53CBD94B}"/>
              </a:ext>
            </a:extLst>
          </p:cNvPr>
          <p:cNvSpPr txBox="1"/>
          <p:nvPr/>
        </p:nvSpPr>
        <p:spPr>
          <a:xfrm>
            <a:off x="19149297" y="15104176"/>
            <a:ext cx="5977368" cy="2303066"/>
          </a:xfrm>
          <a:prstGeom prst="rect">
            <a:avLst/>
          </a:prstGeom>
          <a:noFill/>
        </p:spPr>
        <p:txBody>
          <a:bodyPr wrap="square" rtlCol="0">
            <a:spAutoFit/>
          </a:bodyPr>
          <a:lstStyle/>
          <a:p>
            <a:pPr marL="457200" indent="-457200" algn="just">
              <a:lnSpc>
                <a:spcPts val="4400"/>
              </a:lnSpc>
              <a:buFont typeface="Arial" panose="020B0604020202020204" pitchFamily="34" charset="0"/>
              <a:buChar char="•"/>
            </a:pPr>
            <a:r>
              <a:rPr lang="en-US" sz="3600" dirty="0">
                <a:latin typeface="Tahoma" panose="020B0604030504040204" pitchFamily="34" charset="0"/>
                <a:ea typeface="Tahoma" panose="020B0604030504040204" pitchFamily="34" charset="0"/>
                <a:cs typeface="Tahoma" panose="020B0604030504040204" pitchFamily="34" charset="0"/>
              </a:rPr>
              <a:t>4-Week and 1-Week Exponential + Treatment model show a strong relationship as well</a:t>
            </a:r>
          </a:p>
        </p:txBody>
      </p:sp>
      <p:pic>
        <p:nvPicPr>
          <p:cNvPr id="142" name="Picture 141" descr="A mathematical equation with a number of symbols&#10;&#10;AI-generated content may be incorrect.">
            <a:extLst>
              <a:ext uri="{FF2B5EF4-FFF2-40B4-BE49-F238E27FC236}">
                <a16:creationId xmlns:a16="http://schemas.microsoft.com/office/drawing/2014/main" id="{1C5E5F3B-6578-0C76-66A8-5C45699BAD04}"/>
              </a:ext>
            </a:extLst>
          </p:cNvPr>
          <p:cNvPicPr>
            <a:picLocks noChangeAspect="1"/>
          </p:cNvPicPr>
          <p:nvPr/>
        </p:nvPicPr>
        <p:blipFill>
          <a:blip r:embed="rId27"/>
          <a:stretch>
            <a:fillRect/>
          </a:stretch>
        </p:blipFill>
        <p:spPr>
          <a:xfrm>
            <a:off x="26228634" y="18872870"/>
            <a:ext cx="6904827" cy="1536745"/>
          </a:xfrm>
          <a:prstGeom prst="rect">
            <a:avLst/>
          </a:prstGeom>
        </p:spPr>
      </p:pic>
      <p:graphicFrame>
        <p:nvGraphicFramePr>
          <p:cNvPr id="143" name="Table 142">
            <a:extLst>
              <a:ext uri="{FF2B5EF4-FFF2-40B4-BE49-F238E27FC236}">
                <a16:creationId xmlns:a16="http://schemas.microsoft.com/office/drawing/2014/main" id="{74712CA2-EAE6-7CA4-0268-BE0B392CF06C}"/>
              </a:ext>
            </a:extLst>
          </p:cNvPr>
          <p:cNvGraphicFramePr>
            <a:graphicFrameLocks noGrp="1"/>
          </p:cNvGraphicFramePr>
          <p:nvPr>
            <p:extLst>
              <p:ext uri="{D42A27DB-BD31-4B8C-83A1-F6EECF244321}">
                <p14:modId xmlns:p14="http://schemas.microsoft.com/office/powerpoint/2010/main" val="909013635"/>
              </p:ext>
            </p:extLst>
          </p:nvPr>
        </p:nvGraphicFramePr>
        <p:xfrm>
          <a:off x="28211840" y="20245733"/>
          <a:ext cx="3457972" cy="1068513"/>
        </p:xfrm>
        <a:graphic>
          <a:graphicData uri="http://schemas.openxmlformats.org/drawingml/2006/table">
            <a:tbl>
              <a:tblPr firstRow="1" bandRow="1">
                <a:tableStyleId>{5C22544A-7EE6-4342-B048-85BDC9FD1C3A}</a:tableStyleId>
              </a:tblPr>
              <a:tblGrid>
                <a:gridCol w="3457972">
                  <a:extLst>
                    <a:ext uri="{9D8B030D-6E8A-4147-A177-3AD203B41FA5}">
                      <a16:colId xmlns:a16="http://schemas.microsoft.com/office/drawing/2014/main" val="1993394840"/>
                    </a:ext>
                  </a:extLst>
                </a:gridCol>
              </a:tblGrid>
              <a:tr h="1068513">
                <a:tc>
                  <a:txBody>
                    <a:bodyPr/>
                    <a:lstStyle/>
                    <a:p>
                      <a:pPr algn="ctr"/>
                      <a:r>
                        <a:rPr lang="en-US" sz="2400" b="0" dirty="0">
                          <a:solidFill>
                            <a:schemeClr val="bg2">
                              <a:lumMod val="10000"/>
                            </a:schemeClr>
                          </a:solidFill>
                          <a:latin typeface="Tahoma" panose="020B0604030504040204" pitchFamily="34" charset="0"/>
                          <a:ea typeface="Tahoma" panose="020B0604030504040204" pitchFamily="34" charset="0"/>
                          <a:cs typeface="Tahoma" panose="020B0604030504040204" pitchFamily="34" charset="0"/>
                        </a:rPr>
                        <a:t>Exponential Growth + Treatment Effects Model</a:t>
                      </a:r>
                    </a:p>
                  </a:txBody>
                  <a:tcPr>
                    <a:solidFill>
                      <a:schemeClr val="bg1"/>
                    </a:solidFill>
                  </a:tcPr>
                </a:tc>
                <a:extLst>
                  <a:ext uri="{0D108BD9-81ED-4DB2-BD59-A6C34878D82A}">
                    <a16:rowId xmlns:a16="http://schemas.microsoft.com/office/drawing/2014/main" val="1385678103"/>
                  </a:ext>
                </a:extLst>
              </a:tr>
            </a:tbl>
          </a:graphicData>
        </a:graphic>
      </p:graphicFrame>
      <p:pic>
        <p:nvPicPr>
          <p:cNvPr id="151" name="Picture 150" descr="A graph with a line and red dots&#10;&#10;AI-generated content may be incorrect.">
            <a:extLst>
              <a:ext uri="{FF2B5EF4-FFF2-40B4-BE49-F238E27FC236}">
                <a16:creationId xmlns:a16="http://schemas.microsoft.com/office/drawing/2014/main" id="{A82CF115-DF29-8A0B-0DA6-89E172E2AAD1}"/>
              </a:ext>
            </a:extLst>
          </p:cNvPr>
          <p:cNvPicPr>
            <a:picLocks noChangeAspect="1"/>
          </p:cNvPicPr>
          <p:nvPr/>
        </p:nvPicPr>
        <p:blipFill>
          <a:blip r:embed="rId28"/>
          <a:stretch>
            <a:fillRect/>
          </a:stretch>
        </p:blipFill>
        <p:spPr>
          <a:xfrm>
            <a:off x="18578526" y="25349432"/>
            <a:ext cx="7772400" cy="1582404"/>
          </a:xfrm>
          <a:prstGeom prst="rect">
            <a:avLst/>
          </a:prstGeom>
        </p:spPr>
      </p:pic>
      <p:pic>
        <p:nvPicPr>
          <p:cNvPr id="153" name="Picture 152" descr="A graph with a line drawn on it&#10;&#10;AI-generated content may be incorrect.">
            <a:extLst>
              <a:ext uri="{FF2B5EF4-FFF2-40B4-BE49-F238E27FC236}">
                <a16:creationId xmlns:a16="http://schemas.microsoft.com/office/drawing/2014/main" id="{3C1FD3C2-1DAB-3C08-5717-1F65F2D14A1A}"/>
              </a:ext>
            </a:extLst>
          </p:cNvPr>
          <p:cNvPicPr>
            <a:picLocks noChangeAspect="1"/>
          </p:cNvPicPr>
          <p:nvPr/>
        </p:nvPicPr>
        <p:blipFill>
          <a:blip r:embed="rId29"/>
          <a:stretch>
            <a:fillRect/>
          </a:stretch>
        </p:blipFill>
        <p:spPr>
          <a:xfrm>
            <a:off x="25375732" y="26908049"/>
            <a:ext cx="7772400" cy="1565826"/>
          </a:xfrm>
          <a:prstGeom prst="rect">
            <a:avLst/>
          </a:prstGeom>
        </p:spPr>
      </p:pic>
      <p:pic>
        <p:nvPicPr>
          <p:cNvPr id="155" name="Picture 154" descr="A graph with a line and numbers&#10;&#10;AI-generated content may be incorrect.">
            <a:extLst>
              <a:ext uri="{FF2B5EF4-FFF2-40B4-BE49-F238E27FC236}">
                <a16:creationId xmlns:a16="http://schemas.microsoft.com/office/drawing/2014/main" id="{1781088A-81AE-AD17-FF95-73884331F28E}"/>
              </a:ext>
            </a:extLst>
          </p:cNvPr>
          <p:cNvPicPr>
            <a:picLocks noChangeAspect="1"/>
          </p:cNvPicPr>
          <p:nvPr/>
        </p:nvPicPr>
        <p:blipFill>
          <a:blip r:embed="rId30"/>
          <a:stretch>
            <a:fillRect/>
          </a:stretch>
        </p:blipFill>
        <p:spPr>
          <a:xfrm>
            <a:off x="18577561" y="28353478"/>
            <a:ext cx="7772400" cy="1606903"/>
          </a:xfrm>
          <a:prstGeom prst="rect">
            <a:avLst/>
          </a:prstGeom>
        </p:spPr>
      </p:pic>
      <p:pic>
        <p:nvPicPr>
          <p:cNvPr id="157" name="Picture 156" descr="A graph with a line and a blue line&#10;&#10;AI-generated content may be incorrect.">
            <a:extLst>
              <a:ext uri="{FF2B5EF4-FFF2-40B4-BE49-F238E27FC236}">
                <a16:creationId xmlns:a16="http://schemas.microsoft.com/office/drawing/2014/main" id="{DF44A104-EFC2-84E9-6171-13423D7516BA}"/>
              </a:ext>
            </a:extLst>
          </p:cNvPr>
          <p:cNvPicPr>
            <a:picLocks noChangeAspect="1"/>
          </p:cNvPicPr>
          <p:nvPr/>
        </p:nvPicPr>
        <p:blipFill>
          <a:blip r:embed="rId31"/>
          <a:stretch>
            <a:fillRect/>
          </a:stretch>
        </p:blipFill>
        <p:spPr>
          <a:xfrm>
            <a:off x="25341913" y="29818843"/>
            <a:ext cx="7772400" cy="1595208"/>
          </a:xfrm>
          <a:prstGeom prst="rect">
            <a:avLst/>
          </a:prstGeom>
        </p:spPr>
      </p:pic>
      <p:pic>
        <p:nvPicPr>
          <p:cNvPr id="159" name="Picture 158" descr="A graph with a blue line&#10;&#10;AI-generated content may be incorrect.">
            <a:extLst>
              <a:ext uri="{FF2B5EF4-FFF2-40B4-BE49-F238E27FC236}">
                <a16:creationId xmlns:a16="http://schemas.microsoft.com/office/drawing/2014/main" id="{F119E612-A8E4-25F2-846E-C8D24BE94FD0}"/>
              </a:ext>
            </a:extLst>
          </p:cNvPr>
          <p:cNvPicPr>
            <a:picLocks noChangeAspect="1"/>
          </p:cNvPicPr>
          <p:nvPr/>
        </p:nvPicPr>
        <p:blipFill>
          <a:blip r:embed="rId32"/>
          <a:stretch>
            <a:fillRect/>
          </a:stretch>
        </p:blipFill>
        <p:spPr>
          <a:xfrm>
            <a:off x="18588035" y="31413059"/>
            <a:ext cx="7772400" cy="1559031"/>
          </a:xfrm>
          <a:prstGeom prst="rect">
            <a:avLst/>
          </a:prstGeom>
        </p:spPr>
      </p:pic>
      <p:pic>
        <p:nvPicPr>
          <p:cNvPr id="161" name="Picture 160" descr="A graph with a line&#10;&#10;AI-generated content may be incorrect.">
            <a:extLst>
              <a:ext uri="{FF2B5EF4-FFF2-40B4-BE49-F238E27FC236}">
                <a16:creationId xmlns:a16="http://schemas.microsoft.com/office/drawing/2014/main" id="{B81D3C0B-D934-1715-B4D8-8A2F3C871D69}"/>
              </a:ext>
            </a:extLst>
          </p:cNvPr>
          <p:cNvPicPr>
            <a:picLocks noChangeAspect="1"/>
          </p:cNvPicPr>
          <p:nvPr/>
        </p:nvPicPr>
        <p:blipFill>
          <a:blip r:embed="rId33"/>
          <a:stretch>
            <a:fillRect/>
          </a:stretch>
        </p:blipFill>
        <p:spPr>
          <a:xfrm>
            <a:off x="25450801" y="32894990"/>
            <a:ext cx="7772400" cy="1429937"/>
          </a:xfrm>
          <a:prstGeom prst="rect">
            <a:avLst/>
          </a:prstGeom>
        </p:spPr>
      </p:pic>
      <p:pic>
        <p:nvPicPr>
          <p:cNvPr id="163" name="Picture 162" descr="A graph with a blue line&#10;&#10;AI-generated content may be incorrect.">
            <a:extLst>
              <a:ext uri="{FF2B5EF4-FFF2-40B4-BE49-F238E27FC236}">
                <a16:creationId xmlns:a16="http://schemas.microsoft.com/office/drawing/2014/main" id="{79BA5EE4-3EC9-E437-594D-E69D1F79EDC0}"/>
              </a:ext>
            </a:extLst>
          </p:cNvPr>
          <p:cNvPicPr>
            <a:picLocks noChangeAspect="1"/>
          </p:cNvPicPr>
          <p:nvPr/>
        </p:nvPicPr>
        <p:blipFill>
          <a:blip r:embed="rId34"/>
          <a:stretch>
            <a:fillRect/>
          </a:stretch>
        </p:blipFill>
        <p:spPr>
          <a:xfrm>
            <a:off x="18588035" y="34294124"/>
            <a:ext cx="7772400" cy="1531450"/>
          </a:xfrm>
          <a:prstGeom prst="rect">
            <a:avLst/>
          </a:prstGeom>
        </p:spPr>
      </p:pic>
      <p:sp>
        <p:nvSpPr>
          <p:cNvPr id="164" name="TextBox 163">
            <a:extLst>
              <a:ext uri="{FF2B5EF4-FFF2-40B4-BE49-F238E27FC236}">
                <a16:creationId xmlns:a16="http://schemas.microsoft.com/office/drawing/2014/main" id="{D7E478EA-36AF-876E-5AA8-D246D41A4557}"/>
              </a:ext>
            </a:extLst>
          </p:cNvPr>
          <p:cNvSpPr txBox="1"/>
          <p:nvPr/>
        </p:nvSpPr>
        <p:spPr>
          <a:xfrm>
            <a:off x="26360434" y="25688914"/>
            <a:ext cx="6749351" cy="1098058"/>
          </a:xfrm>
          <a:prstGeom prst="rect">
            <a:avLst/>
          </a:prstGeom>
          <a:noFill/>
        </p:spPr>
        <p:txBody>
          <a:bodyPr wrap="square" rtlCol="0">
            <a:spAutoFit/>
          </a:bodyPr>
          <a:lstStyle/>
          <a:p>
            <a:pPr marL="457200" indent="-457200" algn="just">
              <a:lnSpc>
                <a:spcPts val="4200"/>
              </a:lnSpc>
              <a:buFont typeface="Arial" panose="020B0604020202020204" pitchFamily="34" charset="0"/>
              <a:buChar char="•"/>
            </a:pPr>
            <a:r>
              <a:rPr lang="en-US" sz="2400" dirty="0">
                <a:latin typeface="Tahoma" panose="020B0604030504040204" pitchFamily="34" charset="0"/>
                <a:ea typeface="Tahoma" panose="020B0604030504040204" pitchFamily="34" charset="0"/>
                <a:cs typeface="Tahoma" panose="020B0604030504040204" pitchFamily="34" charset="0"/>
              </a:rPr>
              <a:t>Model calibration with two measurements and subsequent prediction</a:t>
            </a:r>
          </a:p>
        </p:txBody>
      </p:sp>
      <p:sp>
        <p:nvSpPr>
          <p:cNvPr id="165" name="TextBox 164">
            <a:extLst>
              <a:ext uri="{FF2B5EF4-FFF2-40B4-BE49-F238E27FC236}">
                <a16:creationId xmlns:a16="http://schemas.microsoft.com/office/drawing/2014/main" id="{910ED35D-BDFB-332C-2514-F7F29203AD6A}"/>
              </a:ext>
            </a:extLst>
          </p:cNvPr>
          <p:cNvSpPr txBox="1"/>
          <p:nvPr/>
        </p:nvSpPr>
        <p:spPr>
          <a:xfrm>
            <a:off x="18626381" y="27123439"/>
            <a:ext cx="6749351" cy="1098058"/>
          </a:xfrm>
          <a:prstGeom prst="rect">
            <a:avLst/>
          </a:prstGeom>
          <a:noFill/>
        </p:spPr>
        <p:txBody>
          <a:bodyPr wrap="square" rtlCol="0">
            <a:spAutoFit/>
          </a:bodyPr>
          <a:lstStyle/>
          <a:p>
            <a:pPr marL="457200" indent="-457200" algn="just">
              <a:lnSpc>
                <a:spcPts val="4200"/>
              </a:lnSpc>
              <a:buFont typeface="Arial" panose="020B0604020202020204" pitchFamily="34" charset="0"/>
              <a:buChar char="•"/>
            </a:pPr>
            <a:r>
              <a:rPr lang="en-US" sz="2400" dirty="0">
                <a:latin typeface="Tahoma" panose="020B0604030504040204" pitchFamily="34" charset="0"/>
                <a:ea typeface="Tahoma" panose="020B0604030504040204" pitchFamily="34" charset="0"/>
                <a:cs typeface="Tahoma" panose="020B0604030504040204" pitchFamily="34" charset="0"/>
              </a:rPr>
              <a:t>Model calibration with three measurements and subsequent prediction</a:t>
            </a:r>
          </a:p>
        </p:txBody>
      </p:sp>
      <p:sp>
        <p:nvSpPr>
          <p:cNvPr id="166" name="TextBox 165">
            <a:extLst>
              <a:ext uri="{FF2B5EF4-FFF2-40B4-BE49-F238E27FC236}">
                <a16:creationId xmlns:a16="http://schemas.microsoft.com/office/drawing/2014/main" id="{7D7DED55-06DB-8D0E-A2A9-46D16311B34C}"/>
              </a:ext>
            </a:extLst>
          </p:cNvPr>
          <p:cNvSpPr txBox="1"/>
          <p:nvPr/>
        </p:nvSpPr>
        <p:spPr>
          <a:xfrm>
            <a:off x="26360435" y="28677123"/>
            <a:ext cx="6749351" cy="1098058"/>
          </a:xfrm>
          <a:prstGeom prst="rect">
            <a:avLst/>
          </a:prstGeom>
          <a:noFill/>
        </p:spPr>
        <p:txBody>
          <a:bodyPr wrap="square" rtlCol="0">
            <a:spAutoFit/>
          </a:bodyPr>
          <a:lstStyle/>
          <a:p>
            <a:pPr marL="457200" indent="-457200" algn="just">
              <a:lnSpc>
                <a:spcPts val="4200"/>
              </a:lnSpc>
              <a:buFont typeface="Arial" panose="020B0604020202020204" pitchFamily="34" charset="0"/>
              <a:buChar char="•"/>
            </a:pPr>
            <a:r>
              <a:rPr lang="en-US" sz="2400" dirty="0">
                <a:latin typeface="Tahoma" panose="020B0604030504040204" pitchFamily="34" charset="0"/>
                <a:ea typeface="Tahoma" panose="020B0604030504040204" pitchFamily="34" charset="0"/>
                <a:cs typeface="Tahoma" panose="020B0604030504040204" pitchFamily="34" charset="0"/>
              </a:rPr>
              <a:t>Model calibration with four measurements and subsequent prediction</a:t>
            </a:r>
          </a:p>
        </p:txBody>
      </p:sp>
      <p:sp>
        <p:nvSpPr>
          <p:cNvPr id="167" name="TextBox 166">
            <a:extLst>
              <a:ext uri="{FF2B5EF4-FFF2-40B4-BE49-F238E27FC236}">
                <a16:creationId xmlns:a16="http://schemas.microsoft.com/office/drawing/2014/main" id="{B6BABA1A-4FAD-1024-1607-31353D27C0B8}"/>
              </a:ext>
            </a:extLst>
          </p:cNvPr>
          <p:cNvSpPr txBox="1"/>
          <p:nvPr/>
        </p:nvSpPr>
        <p:spPr>
          <a:xfrm>
            <a:off x="18592562" y="30087216"/>
            <a:ext cx="6749351" cy="1098058"/>
          </a:xfrm>
          <a:prstGeom prst="rect">
            <a:avLst/>
          </a:prstGeom>
          <a:noFill/>
        </p:spPr>
        <p:txBody>
          <a:bodyPr wrap="square" rtlCol="0">
            <a:spAutoFit/>
          </a:bodyPr>
          <a:lstStyle/>
          <a:p>
            <a:pPr marL="457200" indent="-457200" algn="just">
              <a:lnSpc>
                <a:spcPts val="4200"/>
              </a:lnSpc>
              <a:buFont typeface="Arial" panose="020B0604020202020204" pitchFamily="34" charset="0"/>
              <a:buChar char="•"/>
            </a:pPr>
            <a:r>
              <a:rPr lang="en-US" sz="2400" dirty="0">
                <a:latin typeface="Tahoma" panose="020B0604030504040204" pitchFamily="34" charset="0"/>
                <a:ea typeface="Tahoma" panose="020B0604030504040204" pitchFamily="34" charset="0"/>
                <a:cs typeface="Tahoma" panose="020B0604030504040204" pitchFamily="34" charset="0"/>
              </a:rPr>
              <a:t>Model calibration with five measurements and subsequent prediction</a:t>
            </a:r>
          </a:p>
        </p:txBody>
      </p:sp>
      <p:sp>
        <p:nvSpPr>
          <p:cNvPr id="168" name="TextBox 167">
            <a:extLst>
              <a:ext uri="{FF2B5EF4-FFF2-40B4-BE49-F238E27FC236}">
                <a16:creationId xmlns:a16="http://schemas.microsoft.com/office/drawing/2014/main" id="{F829E1F7-72C1-56E0-86A0-AB0BCEC834A5}"/>
              </a:ext>
            </a:extLst>
          </p:cNvPr>
          <p:cNvSpPr txBox="1"/>
          <p:nvPr/>
        </p:nvSpPr>
        <p:spPr>
          <a:xfrm>
            <a:off x="26360435" y="31600402"/>
            <a:ext cx="6749351" cy="1098058"/>
          </a:xfrm>
          <a:prstGeom prst="rect">
            <a:avLst/>
          </a:prstGeom>
          <a:noFill/>
        </p:spPr>
        <p:txBody>
          <a:bodyPr wrap="square" rtlCol="0">
            <a:spAutoFit/>
          </a:bodyPr>
          <a:lstStyle/>
          <a:p>
            <a:pPr marL="457200" indent="-457200" algn="just">
              <a:lnSpc>
                <a:spcPts val="4200"/>
              </a:lnSpc>
              <a:buFont typeface="Arial" panose="020B0604020202020204" pitchFamily="34" charset="0"/>
              <a:buChar char="•"/>
            </a:pPr>
            <a:r>
              <a:rPr lang="en-US" sz="2400" dirty="0">
                <a:latin typeface="Tahoma" panose="020B0604030504040204" pitchFamily="34" charset="0"/>
                <a:ea typeface="Tahoma" panose="020B0604030504040204" pitchFamily="34" charset="0"/>
                <a:cs typeface="Tahoma" panose="020B0604030504040204" pitchFamily="34" charset="0"/>
              </a:rPr>
              <a:t>Model calibration with six measurements and subsequent prediction</a:t>
            </a:r>
          </a:p>
        </p:txBody>
      </p:sp>
      <p:sp>
        <p:nvSpPr>
          <p:cNvPr id="169" name="TextBox 168">
            <a:extLst>
              <a:ext uri="{FF2B5EF4-FFF2-40B4-BE49-F238E27FC236}">
                <a16:creationId xmlns:a16="http://schemas.microsoft.com/office/drawing/2014/main" id="{A109E2EE-121F-FE66-C349-3B34FFBCB0DA}"/>
              </a:ext>
            </a:extLst>
          </p:cNvPr>
          <p:cNvSpPr txBox="1"/>
          <p:nvPr/>
        </p:nvSpPr>
        <p:spPr>
          <a:xfrm>
            <a:off x="18756508" y="32973768"/>
            <a:ext cx="6749351" cy="1098058"/>
          </a:xfrm>
          <a:prstGeom prst="rect">
            <a:avLst/>
          </a:prstGeom>
          <a:noFill/>
        </p:spPr>
        <p:txBody>
          <a:bodyPr wrap="square" rtlCol="0">
            <a:spAutoFit/>
          </a:bodyPr>
          <a:lstStyle/>
          <a:p>
            <a:pPr marL="457200" indent="-457200" algn="just">
              <a:lnSpc>
                <a:spcPts val="4200"/>
              </a:lnSpc>
              <a:buFont typeface="Arial" panose="020B0604020202020204" pitchFamily="34" charset="0"/>
              <a:buChar char="•"/>
            </a:pPr>
            <a:r>
              <a:rPr lang="en-US" sz="2400" dirty="0">
                <a:latin typeface="Tahoma" panose="020B0604030504040204" pitchFamily="34" charset="0"/>
                <a:ea typeface="Tahoma" panose="020B0604030504040204" pitchFamily="34" charset="0"/>
                <a:cs typeface="Tahoma" panose="020B0604030504040204" pitchFamily="34" charset="0"/>
              </a:rPr>
              <a:t>Model calibration with seven measurements and subsequent prediction</a:t>
            </a:r>
          </a:p>
        </p:txBody>
      </p:sp>
      <p:sp>
        <p:nvSpPr>
          <p:cNvPr id="170" name="TextBox 169">
            <a:extLst>
              <a:ext uri="{FF2B5EF4-FFF2-40B4-BE49-F238E27FC236}">
                <a16:creationId xmlns:a16="http://schemas.microsoft.com/office/drawing/2014/main" id="{73A13B23-BAF9-45BF-D03B-185DEDA437AE}"/>
              </a:ext>
            </a:extLst>
          </p:cNvPr>
          <p:cNvSpPr txBox="1"/>
          <p:nvPr/>
        </p:nvSpPr>
        <p:spPr>
          <a:xfrm>
            <a:off x="26360435" y="34530169"/>
            <a:ext cx="6749351" cy="1098058"/>
          </a:xfrm>
          <a:prstGeom prst="rect">
            <a:avLst/>
          </a:prstGeom>
          <a:noFill/>
        </p:spPr>
        <p:txBody>
          <a:bodyPr wrap="square" rtlCol="0">
            <a:spAutoFit/>
          </a:bodyPr>
          <a:lstStyle/>
          <a:p>
            <a:pPr marL="457200" indent="-457200" algn="just">
              <a:lnSpc>
                <a:spcPts val="4200"/>
              </a:lnSpc>
              <a:buFont typeface="Arial" panose="020B0604020202020204" pitchFamily="34" charset="0"/>
              <a:buChar char="•"/>
            </a:pPr>
            <a:r>
              <a:rPr lang="en-US" sz="2400" dirty="0">
                <a:latin typeface="Tahoma" panose="020B0604030504040204" pitchFamily="34" charset="0"/>
                <a:ea typeface="Tahoma" panose="020B0604030504040204" pitchFamily="34" charset="0"/>
                <a:cs typeface="Tahoma" panose="020B0604030504040204" pitchFamily="34" charset="0"/>
              </a:rPr>
              <a:t>Model calibration with eight measurements and subsequent prediction</a:t>
            </a:r>
          </a:p>
        </p:txBody>
      </p:sp>
      <p:pic>
        <p:nvPicPr>
          <p:cNvPr id="172" name="Picture 171" descr="A table with red and green squares&#10;&#10;AI-generated content may be incorrect.">
            <a:extLst>
              <a:ext uri="{FF2B5EF4-FFF2-40B4-BE49-F238E27FC236}">
                <a16:creationId xmlns:a16="http://schemas.microsoft.com/office/drawing/2014/main" id="{8B7268C5-2EA1-EF8C-1F7C-FA5B474A8D2D}"/>
              </a:ext>
            </a:extLst>
          </p:cNvPr>
          <p:cNvPicPr>
            <a:picLocks noChangeAspect="1"/>
          </p:cNvPicPr>
          <p:nvPr/>
        </p:nvPicPr>
        <p:blipFill>
          <a:blip r:embed="rId35"/>
          <a:stretch>
            <a:fillRect/>
          </a:stretch>
        </p:blipFill>
        <p:spPr>
          <a:xfrm>
            <a:off x="35144612" y="11121006"/>
            <a:ext cx="14235808" cy="4391612"/>
          </a:xfrm>
          <a:prstGeom prst="rect">
            <a:avLst/>
          </a:prstGeom>
        </p:spPr>
      </p:pic>
      <p:pic>
        <p:nvPicPr>
          <p:cNvPr id="13" name="Picture 12" descr="A table with red and green text&#10;&#10;AI-generated content may be incorrect.">
            <a:extLst>
              <a:ext uri="{FF2B5EF4-FFF2-40B4-BE49-F238E27FC236}">
                <a16:creationId xmlns:a16="http://schemas.microsoft.com/office/drawing/2014/main" id="{8AF309AF-CCCD-FB7A-68D1-9A5352B7EC51}"/>
              </a:ext>
            </a:extLst>
          </p:cNvPr>
          <p:cNvPicPr>
            <a:picLocks noChangeAspect="1"/>
          </p:cNvPicPr>
          <p:nvPr/>
        </p:nvPicPr>
        <p:blipFill>
          <a:blip r:embed="rId36"/>
          <a:stretch>
            <a:fillRect/>
          </a:stretch>
        </p:blipFill>
        <p:spPr>
          <a:xfrm>
            <a:off x="35096382" y="19460703"/>
            <a:ext cx="14234002" cy="3078212"/>
          </a:xfrm>
          <a:prstGeom prst="rect">
            <a:avLst/>
          </a:prstGeom>
        </p:spPr>
      </p:pic>
      <p:sp>
        <p:nvSpPr>
          <p:cNvPr id="15" name="TextBox 14">
            <a:extLst>
              <a:ext uri="{FF2B5EF4-FFF2-40B4-BE49-F238E27FC236}">
                <a16:creationId xmlns:a16="http://schemas.microsoft.com/office/drawing/2014/main" id="{D9887AE3-1408-380C-7CB1-BB0F701E699E}"/>
              </a:ext>
            </a:extLst>
          </p:cNvPr>
          <p:cNvSpPr txBox="1"/>
          <p:nvPr/>
        </p:nvSpPr>
        <p:spPr>
          <a:xfrm>
            <a:off x="34985496" y="16474842"/>
            <a:ext cx="14235808" cy="1738809"/>
          </a:xfrm>
          <a:prstGeom prst="rect">
            <a:avLst/>
          </a:prstGeom>
          <a:noFill/>
        </p:spPr>
        <p:txBody>
          <a:bodyPr wrap="square" rtlCol="0">
            <a:spAutoFit/>
          </a:bodyPr>
          <a:lstStyle/>
          <a:p>
            <a:pPr marL="457200" indent="-457200" algn="just">
              <a:lnSpc>
                <a:spcPts val="4400"/>
              </a:lnSpc>
              <a:buFont typeface="Arial" panose="020B0604020202020204" pitchFamily="34" charset="0"/>
              <a:buChar char="•"/>
            </a:pPr>
            <a:r>
              <a:rPr lang="en-US" sz="3600" dirty="0">
                <a:latin typeface="Tahoma" panose="020B0604030504040204" pitchFamily="34" charset="0"/>
                <a:ea typeface="Tahoma" panose="020B0604030504040204" pitchFamily="34" charset="0"/>
                <a:cs typeface="Tahoma" panose="020B0604030504040204" pitchFamily="34" charset="0"/>
              </a:rPr>
              <a:t>Identifying at what stage of treatment the model accurately identifies a PDX model as a responder or non-responder to Paclitaxel + Carboplatin</a:t>
            </a:r>
          </a:p>
        </p:txBody>
      </p:sp>
    </p:spTree>
    <p:extLst>
      <p:ext uri="{BB962C8B-B14F-4D97-AF65-F5344CB8AC3E}">
        <p14:creationId xmlns:p14="http://schemas.microsoft.com/office/powerpoint/2010/main" val="2279479936"/>
      </p:ext>
    </p:extLst>
  </p:cSld>
  <p:clrMapOvr>
    <a:masterClrMapping/>
  </p:clrMapOvr>
  <mc:AlternateContent xmlns:mc="http://schemas.openxmlformats.org/markup-compatibility/2006" xmlns:p14="http://schemas.microsoft.com/office/powerpoint/2010/main">
    <mc:Choice Requires="p14">
      <p:transition spd="slow" p14:dur="2000" advTm="19235"/>
    </mc:Choice>
    <mc:Fallback xmlns="">
      <p:transition spd="slow" advTm="19235"/>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 name="Picture 31" descr="A close-up of a data&#10;&#10;AI-generated content may be incorrect.">
            <a:extLst>
              <a:ext uri="{FF2B5EF4-FFF2-40B4-BE49-F238E27FC236}">
                <a16:creationId xmlns:a16="http://schemas.microsoft.com/office/drawing/2014/main" id="{D0249493-77D9-3AFF-2F3D-052F5DEDFD00}"/>
              </a:ext>
            </a:extLst>
          </p:cNvPr>
          <p:cNvPicPr>
            <a:picLocks noChangeAspect="1"/>
          </p:cNvPicPr>
          <p:nvPr/>
        </p:nvPicPr>
        <p:blipFill>
          <a:blip r:embed="rId3"/>
          <a:stretch>
            <a:fillRect/>
          </a:stretch>
        </p:blipFill>
        <p:spPr>
          <a:xfrm>
            <a:off x="7202878" y="19735801"/>
            <a:ext cx="36800644" cy="17072464"/>
          </a:xfrm>
          <a:prstGeom prst="rect">
            <a:avLst/>
          </a:prstGeom>
        </p:spPr>
      </p:pic>
      <p:pic>
        <p:nvPicPr>
          <p:cNvPr id="34" name="Picture 33" descr="A blue and white card with text&#10;&#10;AI-generated content may be incorrect.">
            <a:extLst>
              <a:ext uri="{FF2B5EF4-FFF2-40B4-BE49-F238E27FC236}">
                <a16:creationId xmlns:a16="http://schemas.microsoft.com/office/drawing/2014/main" id="{57130AD8-4D47-A20E-0187-F9FEBFB51CCD}"/>
              </a:ext>
            </a:extLst>
          </p:cNvPr>
          <p:cNvPicPr>
            <a:picLocks noChangeAspect="1"/>
          </p:cNvPicPr>
          <p:nvPr/>
        </p:nvPicPr>
        <p:blipFill>
          <a:blip r:embed="rId4"/>
          <a:stretch>
            <a:fillRect/>
          </a:stretch>
        </p:blipFill>
        <p:spPr>
          <a:xfrm>
            <a:off x="7202878" y="2228850"/>
            <a:ext cx="36800644" cy="16440150"/>
          </a:xfrm>
          <a:prstGeom prst="rect">
            <a:avLst/>
          </a:prstGeom>
        </p:spPr>
      </p:pic>
    </p:spTree>
    <p:extLst>
      <p:ext uri="{BB962C8B-B14F-4D97-AF65-F5344CB8AC3E}">
        <p14:creationId xmlns:p14="http://schemas.microsoft.com/office/powerpoint/2010/main" val="2333312334"/>
      </p:ext>
    </p:extLst>
  </p:cSld>
  <p:clrMapOvr>
    <a:masterClrMapping/>
  </p:clrMapOvr>
  <mc:AlternateContent xmlns:mc="http://schemas.openxmlformats.org/markup-compatibility/2006" xmlns:p14="http://schemas.microsoft.com/office/powerpoint/2010/main">
    <mc:Choice Requires="p14">
      <p:transition spd="slow" p14:dur="2000" advTm="36200"/>
    </mc:Choice>
    <mc:Fallback xmlns="">
      <p:transition spd="slow" advTm="3620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E1DF84-FCA1-4CAA-714A-053C834DF863}"/>
            </a:ext>
          </a:extLst>
        </p:cNvPr>
        <p:cNvGrpSpPr/>
        <p:nvPr/>
      </p:nvGrpSpPr>
      <p:grpSpPr>
        <a:xfrm>
          <a:off x="0" y="0"/>
          <a:ext cx="0" cy="0"/>
          <a:chOff x="0" y="0"/>
          <a:chExt cx="0" cy="0"/>
        </a:xfrm>
      </p:grpSpPr>
      <p:pic>
        <p:nvPicPr>
          <p:cNvPr id="28" name="Picture 27" descr="A diagram of mathematical equations&#10;&#10;AI-generated content may be incorrect.">
            <a:extLst>
              <a:ext uri="{FF2B5EF4-FFF2-40B4-BE49-F238E27FC236}">
                <a16:creationId xmlns:a16="http://schemas.microsoft.com/office/drawing/2014/main" id="{7887901E-EC9C-046B-4775-D9C72D2A3A30}"/>
              </a:ext>
            </a:extLst>
          </p:cNvPr>
          <p:cNvPicPr>
            <a:picLocks noChangeAspect="1"/>
          </p:cNvPicPr>
          <p:nvPr/>
        </p:nvPicPr>
        <p:blipFill>
          <a:blip r:embed="rId3"/>
          <a:stretch>
            <a:fillRect/>
          </a:stretch>
        </p:blipFill>
        <p:spPr>
          <a:xfrm>
            <a:off x="6760029" y="4225752"/>
            <a:ext cx="37686342" cy="29953295"/>
          </a:xfrm>
          <a:prstGeom prst="rect">
            <a:avLst/>
          </a:prstGeom>
        </p:spPr>
      </p:pic>
      <p:pic>
        <p:nvPicPr>
          <p:cNvPr id="16" name="Picture 15" descr="A table with numbers and a green box&#10;&#10;AI-generated content may be incorrect.">
            <a:extLst>
              <a:ext uri="{FF2B5EF4-FFF2-40B4-BE49-F238E27FC236}">
                <a16:creationId xmlns:a16="http://schemas.microsoft.com/office/drawing/2014/main" id="{3AE0DC56-23EB-38EF-E2AE-B7A68BAC4ED3}"/>
              </a:ext>
            </a:extLst>
          </p:cNvPr>
          <p:cNvPicPr>
            <a:picLocks noChangeAspect="1"/>
          </p:cNvPicPr>
          <p:nvPr/>
        </p:nvPicPr>
        <p:blipFill>
          <a:blip r:embed="rId4"/>
          <a:stretch>
            <a:fillRect/>
          </a:stretch>
        </p:blipFill>
        <p:spPr>
          <a:xfrm>
            <a:off x="13438666" y="19659601"/>
            <a:ext cx="24329067" cy="6645616"/>
          </a:xfrm>
          <a:prstGeom prst="rect">
            <a:avLst/>
          </a:prstGeom>
        </p:spPr>
      </p:pic>
    </p:spTree>
    <p:extLst>
      <p:ext uri="{BB962C8B-B14F-4D97-AF65-F5344CB8AC3E}">
        <p14:creationId xmlns:p14="http://schemas.microsoft.com/office/powerpoint/2010/main" val="2054909075"/>
      </p:ext>
    </p:extLst>
  </p:cSld>
  <p:clrMapOvr>
    <a:masterClrMapping/>
  </p:clrMapOvr>
  <mc:AlternateContent xmlns:mc="http://schemas.openxmlformats.org/markup-compatibility/2006" xmlns:p14="http://schemas.microsoft.com/office/powerpoint/2010/main">
    <mc:Choice Requires="p14">
      <p:transition spd="slow" p14:dur="2000" advTm="18307"/>
    </mc:Choice>
    <mc:Fallback xmlns="">
      <p:transition spd="slow" advTm="18307"/>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B83BE1-A7AB-6FF6-1D82-4C3C77926427}"/>
            </a:ext>
          </a:extLst>
        </p:cNvPr>
        <p:cNvGrpSpPr/>
        <p:nvPr/>
      </p:nvGrpSpPr>
      <p:grpSpPr>
        <a:xfrm>
          <a:off x="0" y="0"/>
          <a:ext cx="0" cy="0"/>
          <a:chOff x="0" y="0"/>
          <a:chExt cx="0" cy="0"/>
        </a:xfrm>
      </p:grpSpPr>
      <p:pic>
        <p:nvPicPr>
          <p:cNvPr id="3" name="Picture 2" descr="A diagram of a model&#10;&#10;AI-generated content may be incorrect.">
            <a:extLst>
              <a:ext uri="{FF2B5EF4-FFF2-40B4-BE49-F238E27FC236}">
                <a16:creationId xmlns:a16="http://schemas.microsoft.com/office/drawing/2014/main" id="{C8E2B7CC-BF14-5AD2-194B-C9894DA4628C}"/>
              </a:ext>
            </a:extLst>
          </p:cNvPr>
          <p:cNvPicPr>
            <a:picLocks noChangeAspect="1"/>
          </p:cNvPicPr>
          <p:nvPr/>
        </p:nvPicPr>
        <p:blipFill>
          <a:blip r:embed="rId3"/>
          <a:stretch>
            <a:fillRect/>
          </a:stretch>
        </p:blipFill>
        <p:spPr>
          <a:xfrm>
            <a:off x="2240641" y="9068148"/>
            <a:ext cx="22382844" cy="20268503"/>
          </a:xfrm>
          <a:prstGeom prst="rect">
            <a:avLst/>
          </a:prstGeom>
        </p:spPr>
      </p:pic>
      <p:pic>
        <p:nvPicPr>
          <p:cNvPr id="5" name="Picture 4" descr="A chart of a model calibration&#10;&#10;AI-generated content may be incorrect.">
            <a:extLst>
              <a:ext uri="{FF2B5EF4-FFF2-40B4-BE49-F238E27FC236}">
                <a16:creationId xmlns:a16="http://schemas.microsoft.com/office/drawing/2014/main" id="{1EEB3490-DFBC-2089-E81F-FB6BFCFEB489}"/>
              </a:ext>
            </a:extLst>
          </p:cNvPr>
          <p:cNvPicPr>
            <a:picLocks noChangeAspect="1"/>
          </p:cNvPicPr>
          <p:nvPr/>
        </p:nvPicPr>
        <p:blipFill>
          <a:blip r:embed="rId4"/>
          <a:stretch>
            <a:fillRect/>
          </a:stretch>
        </p:blipFill>
        <p:spPr>
          <a:xfrm>
            <a:off x="26582916" y="8942075"/>
            <a:ext cx="22382843" cy="20520647"/>
          </a:xfrm>
          <a:prstGeom prst="rect">
            <a:avLst/>
          </a:prstGeom>
        </p:spPr>
      </p:pic>
    </p:spTree>
    <p:extLst>
      <p:ext uri="{BB962C8B-B14F-4D97-AF65-F5344CB8AC3E}">
        <p14:creationId xmlns:p14="http://schemas.microsoft.com/office/powerpoint/2010/main" val="3352331255"/>
      </p:ext>
    </p:extLst>
  </p:cSld>
  <p:clrMapOvr>
    <a:masterClrMapping/>
  </p:clrMapOvr>
  <mc:AlternateContent xmlns:mc="http://schemas.openxmlformats.org/markup-compatibility/2006" xmlns:p14="http://schemas.microsoft.com/office/powerpoint/2010/main">
    <mc:Choice Requires="p14">
      <p:transition spd="slow" p14:dur="2000" advTm="36805"/>
    </mc:Choice>
    <mc:Fallback xmlns="">
      <p:transition spd="slow" advTm="36805"/>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EA8E101-8226-3FFB-2BF0-EA1BA3A2AD45}"/>
            </a:ext>
          </a:extLst>
        </p:cNvPr>
        <p:cNvGrpSpPr/>
        <p:nvPr/>
      </p:nvGrpSpPr>
      <p:grpSpPr>
        <a:xfrm>
          <a:off x="0" y="0"/>
          <a:ext cx="0" cy="0"/>
          <a:chOff x="0" y="0"/>
          <a:chExt cx="0" cy="0"/>
        </a:xfrm>
      </p:grpSpPr>
      <p:pic>
        <p:nvPicPr>
          <p:cNvPr id="3" name="Picture 2" descr="A screenshot of a medical report&#10;&#10;AI-generated content may be incorrect.">
            <a:extLst>
              <a:ext uri="{FF2B5EF4-FFF2-40B4-BE49-F238E27FC236}">
                <a16:creationId xmlns:a16="http://schemas.microsoft.com/office/drawing/2014/main" id="{39AB0338-3829-38B9-B4E7-3B7DC479367E}"/>
              </a:ext>
            </a:extLst>
          </p:cNvPr>
          <p:cNvPicPr>
            <a:picLocks noChangeAspect="1"/>
          </p:cNvPicPr>
          <p:nvPr/>
        </p:nvPicPr>
        <p:blipFill>
          <a:blip r:embed="rId3"/>
          <a:stretch>
            <a:fillRect/>
          </a:stretch>
        </p:blipFill>
        <p:spPr>
          <a:xfrm>
            <a:off x="12500050" y="3603409"/>
            <a:ext cx="26206298" cy="31197975"/>
          </a:xfrm>
          <a:prstGeom prst="rect">
            <a:avLst/>
          </a:prstGeom>
        </p:spPr>
      </p:pic>
    </p:spTree>
    <p:extLst>
      <p:ext uri="{BB962C8B-B14F-4D97-AF65-F5344CB8AC3E}">
        <p14:creationId xmlns:p14="http://schemas.microsoft.com/office/powerpoint/2010/main" val="3109414881"/>
      </p:ext>
    </p:extLst>
  </p:cSld>
  <p:clrMapOvr>
    <a:masterClrMapping/>
  </p:clrMapOvr>
  <mc:AlternateContent xmlns:mc="http://schemas.openxmlformats.org/markup-compatibility/2006" xmlns:p14="http://schemas.microsoft.com/office/powerpoint/2010/main">
    <mc:Choice Requires="p14">
      <p:transition spd="slow" p14:dur="2000" advTm="25000"/>
    </mc:Choice>
    <mc:Fallback xmlns="">
      <p:transition spd="slow" advTm="25000"/>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AE7854E-FBDC-C28B-49CE-7547A1C9E6FE}"/>
            </a:ext>
          </a:extLst>
        </p:cNvPr>
        <p:cNvGrpSpPr/>
        <p:nvPr/>
      </p:nvGrpSpPr>
      <p:grpSpPr>
        <a:xfrm>
          <a:off x="0" y="0"/>
          <a:ext cx="0" cy="0"/>
          <a:chOff x="0" y="0"/>
          <a:chExt cx="0" cy="0"/>
        </a:xfrm>
      </p:grpSpPr>
      <p:pic>
        <p:nvPicPr>
          <p:cNvPr id="4" name="Picture 3" descr="A close-up of a paper&#10;&#10;AI-generated content may be incorrect.">
            <a:extLst>
              <a:ext uri="{FF2B5EF4-FFF2-40B4-BE49-F238E27FC236}">
                <a16:creationId xmlns:a16="http://schemas.microsoft.com/office/drawing/2014/main" id="{AD4D939E-4FB6-BC5F-ACE0-E9DAFBB0CDE6}"/>
              </a:ext>
            </a:extLst>
          </p:cNvPr>
          <p:cNvPicPr>
            <a:picLocks noChangeAspect="1"/>
          </p:cNvPicPr>
          <p:nvPr/>
        </p:nvPicPr>
        <p:blipFill>
          <a:blip r:embed="rId3"/>
          <a:stretch>
            <a:fillRect/>
          </a:stretch>
        </p:blipFill>
        <p:spPr>
          <a:xfrm>
            <a:off x="2702561" y="4145228"/>
            <a:ext cx="45801277" cy="30114337"/>
          </a:xfrm>
          <a:prstGeom prst="rect">
            <a:avLst/>
          </a:prstGeom>
        </p:spPr>
      </p:pic>
    </p:spTree>
    <p:extLst>
      <p:ext uri="{BB962C8B-B14F-4D97-AF65-F5344CB8AC3E}">
        <p14:creationId xmlns:p14="http://schemas.microsoft.com/office/powerpoint/2010/main" val="3219177348"/>
      </p:ext>
    </p:extLst>
  </p:cSld>
  <p:clrMapOvr>
    <a:masterClrMapping/>
  </p:clrMapOvr>
  <mc:AlternateContent xmlns:mc="http://schemas.openxmlformats.org/markup-compatibility/2006" xmlns:p14="http://schemas.microsoft.com/office/powerpoint/2010/main">
    <mc:Choice Requires="p14">
      <p:transition spd="slow" p14:dur="2000" advTm="38466"/>
    </mc:Choice>
    <mc:Fallback xmlns="">
      <p:transition spd="slow" advTm="38466"/>
    </mc:Fallback>
  </mc:AlternateContent>
</p:sld>
</file>

<file path=ppt/theme/theme1.xml><?xml version="1.0" encoding="utf-8"?>
<a:theme xmlns:a="http://schemas.openxmlformats.org/drawingml/2006/main" name="FOUR COLUMN - 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13862</TotalTime>
  <Words>569</Words>
  <Application>Microsoft Macintosh PowerPoint</Application>
  <PresentationFormat>Custom</PresentationFormat>
  <Paragraphs>54</Paragraphs>
  <Slides>6</Slides>
  <Notes>6</Notes>
  <HiddenSlides>0</HiddenSlides>
  <MMClips>0</MMClips>
  <ScaleCrop>false</ScaleCrop>
  <HeadingPairs>
    <vt:vector size="6" baseType="variant">
      <vt:variant>
        <vt:lpstr>Fonts Used</vt:lpstr>
      </vt:variant>
      <vt:variant>
        <vt:i4>5</vt:i4>
      </vt:variant>
      <vt:variant>
        <vt:lpstr>Theme</vt:lpstr>
      </vt:variant>
      <vt:variant>
        <vt:i4>3</vt:i4>
      </vt:variant>
      <vt:variant>
        <vt:lpstr>Slide Titles</vt:lpstr>
      </vt:variant>
      <vt:variant>
        <vt:i4>6</vt:i4>
      </vt:variant>
    </vt:vector>
  </HeadingPairs>
  <TitlesOfParts>
    <vt:vector size="14" baseType="lpstr">
      <vt:lpstr>Aptos</vt:lpstr>
      <vt:lpstr>Arial</vt:lpstr>
      <vt:lpstr>Calibri</vt:lpstr>
      <vt:lpstr>Calibri Light</vt:lpstr>
      <vt:lpstr>Tahoma</vt:lpstr>
      <vt:lpstr>FOUR COLUMN - 1</vt:lpstr>
      <vt:lpstr>Custom Design</vt:lpstr>
      <vt:lpstr>Office 2013 - 2022 Theme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Luecke, Jenna C</dc:creator>
  <cp:lastModifiedBy>Rahul Raja Durai Murugan</cp:lastModifiedBy>
  <cp:revision>170</cp:revision>
  <cp:lastPrinted>2018-05-29T17:54:30Z</cp:lastPrinted>
  <dcterms:created xsi:type="dcterms:W3CDTF">2018-05-04T16:01:53Z</dcterms:created>
  <dcterms:modified xsi:type="dcterms:W3CDTF">2025-04-06T20:06:03Z</dcterms:modified>
</cp:coreProperties>
</file>